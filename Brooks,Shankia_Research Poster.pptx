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p:sldMasterIdLst>
    <p:sldMasterId id="2147483648" r:id="rId1"/>
  </p:sldMasterIdLst>
  <p:notesMasterIdLst>
    <p:notesMasterId r:id="rId3"/>
  </p:notesMasterIdLst>
  <p:handoutMasterIdLst>
    <p:handoutMasterId r:id="rId4"/>
  </p:handoutMasterIdLst>
  <p:sldIdLst>
    <p:sldId id="263" r:id="rId2"/>
  </p:sldIdLst>
  <p:sldSz cx="43891200" cy="32918400"/>
  <p:notesSz cx="31954788" cy="50149125"/>
  <p:custDataLst>
    <p:tags r:id="rId5"/>
  </p:custDataLst>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19968">
          <p15:clr>
            <a:srgbClr val="A4A3A4"/>
          </p15:clr>
        </p15:guide>
        <p15:guide id="2" orient="horz" pos="5632">
          <p15:clr>
            <a:srgbClr val="A4A3A4"/>
          </p15:clr>
        </p15:guide>
        <p15:guide id="3" orient="horz" pos="3533">
          <p15:clr>
            <a:srgbClr val="A4A3A4"/>
          </p15:clr>
        </p15:guide>
        <p15:guide id="4" orient="horz" pos="6246">
          <p15:clr>
            <a:srgbClr val="A4A3A4"/>
          </p15:clr>
        </p15:guide>
        <p15:guide id="5" pos="720">
          <p15:clr>
            <a:srgbClr val="A4A3A4"/>
          </p15:clr>
        </p15:guide>
        <p15:guide id="6" pos="6912">
          <p15:clr>
            <a:srgbClr val="A4A3A4"/>
          </p15:clr>
        </p15:guide>
        <p15:guide id="7" pos="7392">
          <p15:clr>
            <a:srgbClr val="A4A3A4"/>
          </p15:clr>
        </p15:guide>
        <p15:guide id="8" pos="13584">
          <p15:clr>
            <a:srgbClr val="A4A3A4"/>
          </p15:clr>
        </p15:guide>
        <p15:guide id="9" pos="14064">
          <p15:clr>
            <a:srgbClr val="A4A3A4"/>
          </p15:clr>
        </p15:guide>
        <p15:guide id="10" pos="20256">
          <p15:clr>
            <a:srgbClr val="A4A3A4"/>
          </p15:clr>
        </p15:guide>
        <p15:guide id="11" pos="20736">
          <p15:clr>
            <a:srgbClr val="A4A3A4"/>
          </p15:clr>
        </p15:guide>
        <p15:guide id="12" pos="26928">
          <p15:clr>
            <a:srgbClr val="A4A3A4"/>
          </p15:clr>
        </p15:guide>
      </p15:sldGuideLst>
    </p:ext>
    <p:ext uri="{2D200454-40CA-4A62-9FC3-DE9A4176ACB9}">
      <p15:notesGuideLst xmlns:p15="http://schemas.microsoft.com/office/powerpoint/2012/main">
        <p15:guide id="1" orient="horz" pos="15795">
          <p15:clr>
            <a:srgbClr val="A4A3A4"/>
          </p15:clr>
        </p15:guide>
        <p15:guide id="2" pos="10065">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autoAdjust="0"/>
    <p:restoredTop sz="94660" autoAdjust="0"/>
  </p:normalViewPr>
  <p:slideViewPr>
    <p:cSldViewPr>
      <p:cViewPr>
        <p:scale>
          <a:sx n="30" d="100"/>
          <a:sy n="30" d="100"/>
        </p:scale>
        <p:origin x="84" y="-906"/>
      </p:cViewPr>
      <p:guideLst>
        <p:guide orient="horz" pos="19968"/>
        <p:guide orient="horz" pos="5632"/>
        <p:guide orient="horz" pos="3533"/>
        <p:guide orient="horz" pos="6246"/>
        <p:guide pos="720"/>
        <p:guide pos="6912"/>
        <p:guide pos="7392"/>
        <p:guide pos="13584"/>
        <p:guide pos="14064"/>
        <p:guide pos="20256"/>
        <p:guide pos="20736"/>
        <p:guide pos="2692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33" d="100"/>
        <a:sy n="33" d="100"/>
      </p:scale>
      <p:origin x="0" y="0"/>
    </p:cViewPr>
  </p:sorterViewPr>
  <p:notesViewPr>
    <p:cSldViewPr>
      <p:cViewPr varScale="1">
        <p:scale>
          <a:sx n="17" d="100"/>
          <a:sy n="17" d="100"/>
        </p:scale>
        <p:origin x="4416" y="178"/>
      </p:cViewPr>
      <p:guideLst>
        <p:guide orient="horz" pos="15795"/>
        <p:guide pos="10065"/>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notesMaster" Target="notesMasters/notesMaster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tags" Target="tags/tag1.xml"/><Relationship Id="rId4" Type="http://schemas.openxmlformats.org/officeDocument/2006/relationships/handoutMaster" Target="handoutMasters/handout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4099" name="Rectangle 3"/>
          <p:cNvSpPr>
            <a:spLocks noGrp="1" noChangeArrowheads="1"/>
          </p:cNvSpPr>
          <p:nvPr>
            <p:ph type="dt" sz="quarter"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4100" name="Rectangle 4"/>
          <p:cNvSpPr>
            <a:spLocks noGrp="1" noChangeArrowheads="1"/>
          </p:cNvSpPr>
          <p:nvPr>
            <p:ph type="ftr" sz="quarter" idx="2"/>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4101" name="Rectangle 5"/>
          <p:cNvSpPr>
            <a:spLocks noGrp="1" noChangeArrowheads="1"/>
          </p:cNvSpPr>
          <p:nvPr>
            <p:ph type="sldNum" sz="quarter" idx="3"/>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40C443C-8022-4F5D-8F2E-5133654FC91D}" type="slidenum">
              <a:rPr lang="en-AU"/>
              <a:pPr>
                <a:defRPr/>
              </a:pPr>
              <a:t>‹#›</a:t>
            </a:fld>
            <a:endParaRPr lang="en-AU"/>
          </a:p>
        </p:txBody>
      </p:sp>
    </p:spTree>
    <p:extLst>
      <p:ext uri="{BB962C8B-B14F-4D97-AF65-F5344CB8AC3E}">
        <p14:creationId xmlns:p14="http://schemas.microsoft.com/office/powerpoint/2010/main" val="3997928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defTabSz="4508500">
              <a:defRPr sz="6000"/>
            </a:lvl1pPr>
          </a:lstStyle>
          <a:p>
            <a:pPr>
              <a:defRPr/>
            </a:pPr>
            <a:endParaRPr lang="en-AU"/>
          </a:p>
        </p:txBody>
      </p:sp>
      <p:sp>
        <p:nvSpPr>
          <p:cNvPr id="3075" name="Rectangle 3"/>
          <p:cNvSpPr>
            <a:spLocks noGrp="1" noChangeArrowheads="1"/>
          </p:cNvSpPr>
          <p:nvPr>
            <p:ph type="dt" idx="1"/>
          </p:nvPr>
        </p:nvSpPr>
        <p:spPr bwMode="auto">
          <a:xfrm>
            <a:off x="17941925" y="0"/>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vl1pPr algn="r" defTabSz="4508500">
              <a:defRPr sz="6000"/>
            </a:lvl1pPr>
          </a:lstStyle>
          <a:p>
            <a:pPr>
              <a:defRPr/>
            </a:pPr>
            <a:endParaRPr lang="en-AU"/>
          </a:p>
        </p:txBody>
      </p:sp>
      <p:sp>
        <p:nvSpPr>
          <p:cNvPr id="3076" name="Rectangle 4"/>
          <p:cNvSpPr>
            <a:spLocks noGrp="1" noRot="1" noChangeAspect="1" noChangeArrowheads="1" noTextEdit="1"/>
          </p:cNvSpPr>
          <p:nvPr>
            <p:ph type="sldImg" idx="2"/>
          </p:nvPr>
        </p:nvSpPr>
        <p:spPr bwMode="auto">
          <a:xfrm>
            <a:off x="3378200" y="3757613"/>
            <a:ext cx="24996775" cy="187483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4137025" y="24004588"/>
            <a:ext cx="23456900" cy="2251233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t" anchorCtr="0" compatLnSpc="1">
            <a:prstTxWarp prst="textNoShape">
              <a:avLst/>
            </a:prstTxWarp>
          </a:bodyPr>
          <a:lstStyle>
            <a:defPPr>
              <a:defRPr kern="1200"/>
            </a:defPPr>
          </a:lstStyle>
          <a:p>
            <a:pPr lvl="0"/>
            <a:r>
              <a:rPr lang="en-AU" noProof="0"/>
              <a:t>Click to edit Master text styles</a:t>
            </a:r>
          </a:p>
          <a:p>
            <a:pPr lvl="1"/>
            <a:r>
              <a:rPr lang="en-AU" noProof="0"/>
              <a:t>Second level</a:t>
            </a:r>
          </a:p>
          <a:p>
            <a:pPr lvl="2"/>
            <a:r>
              <a:rPr lang="en-AU" noProof="0"/>
              <a:t>Third level</a:t>
            </a:r>
          </a:p>
          <a:p>
            <a:pPr lvl="3"/>
            <a:r>
              <a:rPr lang="en-AU" noProof="0"/>
              <a:t>Fourth level</a:t>
            </a:r>
          </a:p>
          <a:p>
            <a:pPr lvl="4"/>
            <a:r>
              <a:rPr lang="en-AU" noProof="0"/>
              <a:t>Fifth level</a:t>
            </a:r>
          </a:p>
        </p:txBody>
      </p:sp>
      <p:sp>
        <p:nvSpPr>
          <p:cNvPr id="3078" name="Rectangle 6"/>
          <p:cNvSpPr>
            <a:spLocks noGrp="1" noChangeArrowheads="1"/>
          </p:cNvSpPr>
          <p:nvPr>
            <p:ph type="ftr" sz="quarter" idx="4"/>
          </p:nvPr>
        </p:nvSpPr>
        <p:spPr bwMode="auto">
          <a:xfrm>
            <a:off x="0" y="47639288"/>
            <a:ext cx="138049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defTabSz="4508500">
              <a:defRPr sz="6000"/>
            </a:lvl1pPr>
          </a:lstStyle>
          <a:p>
            <a:pPr>
              <a:defRPr/>
            </a:pPr>
            <a:endParaRPr lang="en-AU"/>
          </a:p>
        </p:txBody>
      </p:sp>
      <p:sp>
        <p:nvSpPr>
          <p:cNvPr id="3079" name="Rectangle 7"/>
          <p:cNvSpPr>
            <a:spLocks noGrp="1" noChangeArrowheads="1"/>
          </p:cNvSpPr>
          <p:nvPr>
            <p:ph type="sldNum" sz="quarter" idx="5"/>
          </p:nvPr>
        </p:nvSpPr>
        <p:spPr bwMode="auto">
          <a:xfrm>
            <a:off x="17941925" y="47639288"/>
            <a:ext cx="14135100" cy="2628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0028" tIns="225014" rIns="450028" bIns="225014" anchor="b" anchorCtr="0" compatLnSpc="1">
            <a:prstTxWarp prst="textNoShape">
              <a:avLst/>
            </a:prstTxWarp>
          </a:bodyPr>
          <a:lstStyle>
            <a:defPPr>
              <a:defRPr kern="1200"/>
            </a:defPPr>
            <a:lvl1pPr algn="r" defTabSz="4508500">
              <a:defRPr sz="6000"/>
            </a:lvl1pPr>
          </a:lstStyle>
          <a:p>
            <a:pPr>
              <a:defRPr/>
            </a:pPr>
            <a:fld id="{42207482-9F38-4AF6-9B91-768DCEDA59AC}" type="slidenum">
              <a:rPr lang="en-AU"/>
              <a:pPr>
                <a:defRPr/>
              </a:pPr>
              <a:t>‹#›</a:t>
            </a:fld>
            <a:endParaRPr lang="en-AU"/>
          </a:p>
        </p:txBody>
      </p:sp>
    </p:spTree>
    <p:extLst>
      <p:ext uri="{BB962C8B-B14F-4D97-AF65-F5344CB8AC3E}">
        <p14:creationId xmlns:p14="http://schemas.microsoft.com/office/powerpoint/2010/main" val="4090799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defPPr>
              <a:defRPr kern="1200"/>
            </a:defPPr>
            <a:lvl1pPr defTabSz="4508500">
              <a:defRPr sz="2400">
                <a:solidFill>
                  <a:schemeClr val="tx1"/>
                </a:solidFill>
                <a:latin typeface="Times New Roman" pitchFamily="18" charset="0"/>
              </a:defRPr>
            </a:lvl1pPr>
            <a:lvl2pPr marL="742950" indent="-285750" defTabSz="4508500">
              <a:defRPr sz="2400">
                <a:solidFill>
                  <a:schemeClr val="tx1"/>
                </a:solidFill>
                <a:latin typeface="Times New Roman" pitchFamily="18" charset="0"/>
              </a:defRPr>
            </a:lvl2pPr>
            <a:lvl3pPr marL="1143000" indent="-228600" defTabSz="4508500">
              <a:defRPr sz="2400">
                <a:solidFill>
                  <a:schemeClr val="tx1"/>
                </a:solidFill>
                <a:latin typeface="Times New Roman" pitchFamily="18" charset="0"/>
              </a:defRPr>
            </a:lvl3pPr>
            <a:lvl4pPr marL="1600200" indent="-228600" defTabSz="4508500">
              <a:defRPr sz="2400">
                <a:solidFill>
                  <a:schemeClr val="tx1"/>
                </a:solidFill>
                <a:latin typeface="Times New Roman" pitchFamily="18" charset="0"/>
              </a:defRPr>
            </a:lvl4pPr>
            <a:lvl5pPr marL="2057400" indent="-228600" defTabSz="4508500">
              <a:defRPr sz="2400">
                <a:solidFill>
                  <a:schemeClr val="tx1"/>
                </a:solidFill>
                <a:latin typeface="Times New Roman" pitchFamily="18" charset="0"/>
              </a:defRPr>
            </a:lvl5pPr>
            <a:lvl6pPr marL="2514600" indent="-228600" defTabSz="4508500" eaLnBrk="0" fontAlgn="base" hangingPunct="0">
              <a:spcBef>
                <a:spcPct val="0"/>
              </a:spcBef>
              <a:spcAft>
                <a:spcPct val="0"/>
              </a:spcAft>
              <a:defRPr sz="2400">
                <a:solidFill>
                  <a:schemeClr val="tx1"/>
                </a:solidFill>
                <a:latin typeface="Times New Roman" pitchFamily="18" charset="0"/>
              </a:defRPr>
            </a:lvl6pPr>
            <a:lvl7pPr marL="2971800" indent="-228600" defTabSz="4508500" eaLnBrk="0" fontAlgn="base" hangingPunct="0">
              <a:spcBef>
                <a:spcPct val="0"/>
              </a:spcBef>
              <a:spcAft>
                <a:spcPct val="0"/>
              </a:spcAft>
              <a:defRPr sz="2400">
                <a:solidFill>
                  <a:schemeClr val="tx1"/>
                </a:solidFill>
                <a:latin typeface="Times New Roman" pitchFamily="18" charset="0"/>
              </a:defRPr>
            </a:lvl7pPr>
            <a:lvl8pPr marL="3429000" indent="-228600" defTabSz="4508500" eaLnBrk="0" fontAlgn="base" hangingPunct="0">
              <a:spcBef>
                <a:spcPct val="0"/>
              </a:spcBef>
              <a:spcAft>
                <a:spcPct val="0"/>
              </a:spcAft>
              <a:defRPr sz="2400">
                <a:solidFill>
                  <a:schemeClr val="tx1"/>
                </a:solidFill>
                <a:latin typeface="Times New Roman" pitchFamily="18" charset="0"/>
              </a:defRPr>
            </a:lvl8pPr>
            <a:lvl9pPr marL="3886200" indent="-228600" defTabSz="4508500" eaLnBrk="0" fontAlgn="base" hangingPunct="0">
              <a:spcBef>
                <a:spcPct val="0"/>
              </a:spcBef>
              <a:spcAft>
                <a:spcPct val="0"/>
              </a:spcAft>
              <a:defRPr sz="2400">
                <a:solidFill>
                  <a:schemeClr val="tx1"/>
                </a:solidFill>
                <a:latin typeface="Times New Roman" pitchFamily="18" charset="0"/>
              </a:defRPr>
            </a:lvl9pPr>
          </a:lstStyle>
          <a:p>
            <a:fld id="{842B0325-ACC9-488E-8876-C4E9E3B68AD8}" type="slidenum">
              <a:rPr lang="en-AU" sz="6000" smtClean="0"/>
              <a:t>1</a:t>
            </a:fld>
            <a:endParaRPr lang="en-AU" sz="6000"/>
          </a:p>
        </p:txBody>
      </p:sp>
      <p:sp>
        <p:nvSpPr>
          <p:cNvPr id="4099" name="Rectangle 2"/>
          <p:cNvSpPr>
            <a:spLocks noGrp="1" noRot="1" noChangeAspect="1" noChangeArrowheads="1" noTextEdit="1"/>
          </p:cNvSpPr>
          <p:nvPr>
            <p:ph type="sldImg"/>
          </p:nvPr>
        </p:nvSpPr>
        <p:spPr/>
      </p:sp>
      <p:sp>
        <p:nvSpPr>
          <p:cNvPr id="4100" name="Rectangle 3"/>
          <p:cNvSpPr>
            <a:spLocks noGrp="1" noChangeArrowheads="1"/>
          </p:cNvSpPr>
          <p:nvPr>
            <p:ph type="body" idx="1"/>
          </p:nvPr>
        </p:nvSpPr>
        <p:spPr>
          <a:noFill/>
        </p:spPr>
        <p:txBody>
          <a:bodyPr/>
          <a:lstStyle>
            <a:defPPr>
              <a:defRPr kern="1200"/>
            </a:defP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2123" y="10226675"/>
            <a:ext cx="37306957" cy="7054850"/>
          </a:xfrm>
        </p:spPr>
        <p:txBody>
          <a:bodyPr/>
          <a:lstStyle>
            <a:defPPr>
              <a:defRPr kern="1200"/>
            </a:defPPr>
          </a:lstStyle>
          <a:p>
            <a:r>
              <a:rPr lang="en-US"/>
              <a:t>Click to edit Master title style</a:t>
            </a:r>
          </a:p>
        </p:txBody>
      </p:sp>
      <p:sp>
        <p:nvSpPr>
          <p:cNvPr id="3" name="Subtitle 2"/>
          <p:cNvSpPr>
            <a:spLocks noGrp="1"/>
          </p:cNvSpPr>
          <p:nvPr>
            <p:ph type="subTitle" idx="1"/>
          </p:nvPr>
        </p:nvSpPr>
        <p:spPr>
          <a:xfrm>
            <a:off x="6584245" y="18653125"/>
            <a:ext cx="30722711" cy="8413750"/>
          </a:xfrm>
        </p:spPr>
        <p:txBody>
          <a:bodyPr/>
          <a:lstStyle>
            <a:defPPr>
              <a:defRPr kern="1200"/>
            </a:defPPr>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DA66E67-F948-4693-96A5-27BC239C04A3}" type="slidenum">
              <a:rPr lang="en-US"/>
              <a:pPr>
                <a:defRPr/>
              </a:pPr>
              <a:t>‹#›</a:t>
            </a:fld>
            <a:endParaRPr lang="en-US"/>
          </a:p>
        </p:txBody>
      </p:sp>
    </p:spTree>
    <p:extLst>
      <p:ext uri="{BB962C8B-B14F-4D97-AF65-F5344CB8AC3E}">
        <p14:creationId xmlns:p14="http://schemas.microsoft.com/office/powerpoint/2010/main" val="3648922583"/>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idx="1"/>
          </p:nvPr>
        </p:nvSpPr>
        <p:spPr/>
        <p:txBody>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EC1B4D6-BEE2-4AF6-A92E-38CD68913D5A}" type="slidenum">
              <a:rPr lang="en-US"/>
              <a:pPr>
                <a:defRPr/>
              </a:pPr>
              <a:t>‹#›</a:t>
            </a:fld>
            <a:endParaRPr lang="en-US"/>
          </a:p>
        </p:txBody>
      </p:sp>
    </p:spTree>
    <p:extLst>
      <p:ext uri="{BB962C8B-B14F-4D97-AF65-F5344CB8AC3E}">
        <p14:creationId xmlns:p14="http://schemas.microsoft.com/office/powerpoint/2010/main" val="317776266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1" y="21153439"/>
            <a:ext cx="37306957" cy="6537325"/>
          </a:xfrm>
        </p:spPr>
        <p:txBody>
          <a:bodyPr anchor="t"/>
          <a:lstStyle>
            <a:defPPr>
              <a:defRPr kern="1200"/>
            </a:defPPr>
            <a:lvl1pPr algn="l">
              <a:defRPr sz="4000" b="1" cap="all"/>
            </a:lvl1pPr>
          </a:lstStyle>
          <a:p>
            <a:r>
              <a:rPr lang="en-US"/>
              <a:t>Click to edit Master title style</a:t>
            </a:r>
          </a:p>
        </p:txBody>
      </p:sp>
      <p:sp>
        <p:nvSpPr>
          <p:cNvPr id="3" name="Text Placeholder 2"/>
          <p:cNvSpPr>
            <a:spLocks noGrp="1"/>
          </p:cNvSpPr>
          <p:nvPr>
            <p:ph type="body" idx="1"/>
          </p:nvPr>
        </p:nvSpPr>
        <p:spPr>
          <a:xfrm>
            <a:off x="3467101" y="13952538"/>
            <a:ext cx="37306957" cy="7200900"/>
          </a:xfrm>
        </p:spPr>
        <p:txBody>
          <a:bodyPr anchor="b"/>
          <a:lstStyle>
            <a:defPPr>
              <a:defRPr kern="1200"/>
            </a:defPPr>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D8650354-6837-43DB-843B-C6021BD2EF37}" type="slidenum">
              <a:rPr lang="en-US"/>
              <a:pPr>
                <a:defRPr/>
              </a:pPr>
              <a:t>‹#›</a:t>
            </a:fld>
            <a:endParaRPr lang="en-US"/>
          </a:p>
        </p:txBody>
      </p:sp>
    </p:spTree>
    <p:extLst>
      <p:ext uri="{BB962C8B-B14F-4D97-AF65-F5344CB8AC3E}">
        <p14:creationId xmlns:p14="http://schemas.microsoft.com/office/powerpoint/2010/main" val="256863821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Content Placeholder 2"/>
          <p:cNvSpPr>
            <a:spLocks noGrp="1"/>
          </p:cNvSpPr>
          <p:nvPr>
            <p:ph sz="half" idx="1"/>
          </p:nvPr>
        </p:nvSpPr>
        <p:spPr>
          <a:xfrm>
            <a:off x="3293534" y="9509126"/>
            <a:ext cx="18584332" cy="1975167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2013334" y="9509126"/>
            <a:ext cx="18584332" cy="19751675"/>
          </a:xfrm>
        </p:spPr>
        <p:txBody>
          <a:bodyPr/>
          <a:lstStyle>
            <a:defPPr>
              <a:defRPr kern="1200"/>
            </a:defPPr>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4296FF25-ADB1-4315-9622-9852994CD1E5}" type="slidenum">
              <a:rPr lang="en-US"/>
              <a:pPr>
                <a:defRPr/>
              </a:pPr>
              <a:t>‹#›</a:t>
            </a:fld>
            <a:endParaRPr lang="en-US"/>
          </a:p>
        </p:txBody>
      </p:sp>
    </p:spTree>
    <p:extLst>
      <p:ext uri="{BB962C8B-B14F-4D97-AF65-F5344CB8AC3E}">
        <p14:creationId xmlns:p14="http://schemas.microsoft.com/office/powerpoint/2010/main" val="2618309162"/>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279" y="1317625"/>
            <a:ext cx="39502643" cy="5486400"/>
          </a:xfrm>
        </p:spPr>
        <p:txBody>
          <a:bodyPr/>
          <a:lstStyle>
            <a:defPPr>
              <a:defRPr kern="1200"/>
            </a:defPPr>
            <a:lvl1pPr>
              <a:defRPr/>
            </a:lvl1pPr>
          </a:lstStyle>
          <a:p>
            <a:r>
              <a:rPr lang="en-US"/>
              <a:t>Click to edit Master title style</a:t>
            </a:r>
          </a:p>
        </p:txBody>
      </p:sp>
      <p:sp>
        <p:nvSpPr>
          <p:cNvPr id="3" name="Text Placeholder 2"/>
          <p:cNvSpPr>
            <a:spLocks noGrp="1"/>
          </p:cNvSpPr>
          <p:nvPr>
            <p:ph type="body" idx="1"/>
          </p:nvPr>
        </p:nvSpPr>
        <p:spPr>
          <a:xfrm>
            <a:off x="2194278" y="7369176"/>
            <a:ext cx="19392900"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194278" y="10439400"/>
            <a:ext cx="19392900"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5555" y="7369176"/>
            <a:ext cx="19401368" cy="3070225"/>
          </a:xfrm>
        </p:spPr>
        <p:txBody>
          <a:bodyPr anchor="b"/>
          <a:lstStyle>
            <a:defPPr>
              <a:defRPr kern="1200"/>
            </a:defPPr>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22295555" y="10439400"/>
            <a:ext cx="19401368" cy="18965862"/>
          </a:xfrm>
        </p:spPr>
        <p:txBody>
          <a:bodyPr/>
          <a:lstStyle>
            <a:defPPr>
              <a:defRPr kern="1200"/>
            </a:defPPr>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8"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9" name="Rectangle 6"/>
          <p:cNvSpPr>
            <a:spLocks noGrp="1" noChangeArrowheads="1"/>
          </p:cNvSpPr>
          <p:nvPr>
            <p:ph type="sldNum" sz="quarter" idx="12"/>
          </p:nvPr>
        </p:nvSpPr>
        <p:spPr/>
        <p:txBody>
          <a:bodyPr/>
          <a:lstStyle>
            <a:defPPr>
              <a:defRPr kern="1200"/>
            </a:defPPr>
            <a:lvl1pPr>
              <a:defRPr/>
            </a:lvl1pPr>
          </a:lstStyle>
          <a:p>
            <a:pPr>
              <a:defRPr/>
            </a:pPr>
            <a:fld id="{72EF82B1-171C-4CAC-B9C4-22062286C8C4}" type="slidenum">
              <a:rPr lang="en-US"/>
              <a:pPr>
                <a:defRPr/>
              </a:pPr>
              <a:t>‹#›</a:t>
            </a:fld>
            <a:endParaRPr lang="en-US"/>
          </a:p>
        </p:txBody>
      </p:sp>
    </p:spTree>
    <p:extLst>
      <p:ext uri="{BB962C8B-B14F-4D97-AF65-F5344CB8AC3E}">
        <p14:creationId xmlns:p14="http://schemas.microsoft.com/office/powerpoint/2010/main" val="360122392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4"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5" name="Rectangle 6"/>
          <p:cNvSpPr>
            <a:spLocks noGrp="1" noChangeArrowheads="1"/>
          </p:cNvSpPr>
          <p:nvPr>
            <p:ph type="sldNum" sz="quarter" idx="12"/>
          </p:nvPr>
        </p:nvSpPr>
        <p:spPr/>
        <p:txBody>
          <a:bodyPr/>
          <a:lstStyle>
            <a:defPPr>
              <a:defRPr kern="1200"/>
            </a:defPPr>
            <a:lvl1pPr>
              <a:defRPr/>
            </a:lvl1pPr>
          </a:lstStyle>
          <a:p>
            <a:pPr>
              <a:defRPr/>
            </a:pPr>
            <a:fld id="{678F620B-8934-45A0-BE2C-EF6C76032C45}" type="slidenum">
              <a:rPr lang="en-US"/>
              <a:pPr>
                <a:defRPr/>
              </a:pPr>
              <a:t>‹#›</a:t>
            </a:fld>
            <a:endParaRPr lang="en-US"/>
          </a:p>
        </p:txBody>
      </p:sp>
    </p:spTree>
    <p:extLst>
      <p:ext uri="{BB962C8B-B14F-4D97-AF65-F5344CB8AC3E}">
        <p14:creationId xmlns:p14="http://schemas.microsoft.com/office/powerpoint/2010/main" val="3529386339"/>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3"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4" name="Rectangle 6"/>
          <p:cNvSpPr>
            <a:spLocks noGrp="1" noChangeArrowheads="1"/>
          </p:cNvSpPr>
          <p:nvPr>
            <p:ph type="sldNum" sz="quarter" idx="12"/>
          </p:nvPr>
        </p:nvSpPr>
        <p:spPr/>
        <p:txBody>
          <a:bodyPr/>
          <a:lstStyle>
            <a:defPPr>
              <a:defRPr kern="1200"/>
            </a:defPPr>
            <a:lvl1pPr>
              <a:defRPr/>
            </a:lvl1pPr>
          </a:lstStyle>
          <a:p>
            <a:pPr>
              <a:defRPr/>
            </a:pPr>
            <a:fld id="{A3ECE3F5-A3DD-46D3-8112-19EE7FD1DDFA}" type="slidenum">
              <a:rPr lang="en-US"/>
              <a:pPr>
                <a:defRPr/>
              </a:pPr>
              <a:t>‹#›</a:t>
            </a:fld>
            <a:endParaRPr lang="en-US"/>
          </a:p>
        </p:txBody>
      </p:sp>
    </p:spTree>
    <p:extLst>
      <p:ext uri="{BB962C8B-B14F-4D97-AF65-F5344CB8AC3E}">
        <p14:creationId xmlns:p14="http://schemas.microsoft.com/office/powerpoint/2010/main" val="2337425270"/>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278" y="1311275"/>
            <a:ext cx="14439900" cy="5576888"/>
          </a:xfrm>
        </p:spPr>
        <p:txBody>
          <a:bodyPr anchor="b"/>
          <a:lstStyle>
            <a:defPPr>
              <a:defRPr kern="1200"/>
            </a:defPPr>
            <a:lvl1pPr algn="l">
              <a:defRPr sz="2000" b="1"/>
            </a:lvl1pPr>
          </a:lstStyle>
          <a:p>
            <a:r>
              <a:rPr lang="en-US"/>
              <a:t>Click to edit Master title style</a:t>
            </a:r>
          </a:p>
        </p:txBody>
      </p:sp>
      <p:sp>
        <p:nvSpPr>
          <p:cNvPr id="3" name="Content Placeholder 2"/>
          <p:cNvSpPr>
            <a:spLocks noGrp="1"/>
          </p:cNvSpPr>
          <p:nvPr>
            <p:ph idx="1"/>
          </p:nvPr>
        </p:nvSpPr>
        <p:spPr>
          <a:xfrm>
            <a:off x="17160523" y="1311275"/>
            <a:ext cx="24536400" cy="28093988"/>
          </a:xfrm>
        </p:spPr>
        <p:txBody>
          <a:bodyPr/>
          <a:lstStyle>
            <a:defPPr>
              <a:defRPr kern="1200"/>
            </a:defPPr>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278" y="6888163"/>
            <a:ext cx="14439900" cy="22517100"/>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96691E56-DA67-4BF5-BA67-706F30B37046}" type="slidenum">
              <a:rPr lang="en-US"/>
              <a:pPr>
                <a:defRPr/>
              </a:pPr>
              <a:t>‹#›</a:t>
            </a:fld>
            <a:endParaRPr lang="en-US"/>
          </a:p>
        </p:txBody>
      </p:sp>
    </p:spTree>
    <p:extLst>
      <p:ext uri="{BB962C8B-B14F-4D97-AF65-F5344CB8AC3E}">
        <p14:creationId xmlns:p14="http://schemas.microsoft.com/office/powerpoint/2010/main" val="39828956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3545" y="23042564"/>
            <a:ext cx="26334157" cy="2720975"/>
          </a:xfrm>
        </p:spPr>
        <p:txBody>
          <a:bodyPr anchor="b"/>
          <a:lstStyle>
            <a:defPPr>
              <a:defRPr kern="1200"/>
            </a:defPPr>
            <a:lvl1pPr algn="l">
              <a:defRPr sz="2000" b="1"/>
            </a:lvl1pPr>
          </a:lstStyle>
          <a:p>
            <a:r>
              <a:rPr lang="en-US"/>
              <a:t>Click to edit Master title style</a:t>
            </a:r>
          </a:p>
        </p:txBody>
      </p:sp>
      <p:sp>
        <p:nvSpPr>
          <p:cNvPr id="3" name="Picture Placeholder 2"/>
          <p:cNvSpPr>
            <a:spLocks noGrp="1"/>
          </p:cNvSpPr>
          <p:nvPr>
            <p:ph type="pic" idx="1"/>
          </p:nvPr>
        </p:nvSpPr>
        <p:spPr>
          <a:xfrm>
            <a:off x="8603545" y="2941638"/>
            <a:ext cx="26334157" cy="19750088"/>
          </a:xfrm>
        </p:spPr>
        <p:txBody>
          <a:bodyPr/>
          <a:lstStyle>
            <a:defPPr>
              <a:defRPr kern="1200"/>
            </a:defPPr>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603545" y="25763539"/>
            <a:ext cx="26334157" cy="3862387"/>
          </a:xfrm>
        </p:spPr>
        <p:txBody>
          <a:bodyPr/>
          <a:lstStyle>
            <a:defPPr>
              <a:defRPr kern="1200"/>
            </a:defPPr>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6"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7" name="Rectangle 6"/>
          <p:cNvSpPr>
            <a:spLocks noGrp="1" noChangeArrowheads="1"/>
          </p:cNvSpPr>
          <p:nvPr>
            <p:ph type="sldNum" sz="quarter" idx="12"/>
          </p:nvPr>
        </p:nvSpPr>
        <p:spPr/>
        <p:txBody>
          <a:bodyPr/>
          <a:lstStyle>
            <a:defPPr>
              <a:defRPr kern="1200"/>
            </a:defPPr>
            <a:lvl1pPr>
              <a:defRPr/>
            </a:lvl1pPr>
          </a:lstStyle>
          <a:p>
            <a:pPr>
              <a:defRPr/>
            </a:pPr>
            <a:fld id="{87F51DAE-E528-43E1-8BE0-91521416EFB0}" type="slidenum">
              <a:rPr lang="en-US"/>
              <a:pPr>
                <a:defRPr/>
              </a:pPr>
              <a:t>‹#›</a:t>
            </a:fld>
            <a:endParaRPr lang="en-US"/>
          </a:p>
        </p:txBody>
      </p:sp>
    </p:spTree>
    <p:extLst>
      <p:ext uri="{BB962C8B-B14F-4D97-AF65-F5344CB8AC3E}">
        <p14:creationId xmlns:p14="http://schemas.microsoft.com/office/powerpoint/2010/main" val="215429485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defPPr>
              <a:defRPr kern="1200"/>
            </a:defPPr>
          </a:lstStyle>
          <a:p>
            <a:r>
              <a:rPr lang="en-US"/>
              <a:t>Click to edit Master title style</a:t>
            </a:r>
          </a:p>
        </p:txBody>
      </p:sp>
      <p:sp>
        <p:nvSpPr>
          <p:cNvPr id="3" name="Vertical Text Placeholder 2"/>
          <p:cNvSpPr>
            <a:spLocks noGrp="1"/>
          </p:cNvSpPr>
          <p:nvPr>
            <p:ph type="body" orient="vert" idx="1"/>
          </p:nvPr>
        </p:nvSpPr>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2DA27A25-0059-41B6-A6E5-54D93C10805F}" type="slidenum">
              <a:rPr lang="en-US"/>
              <a:pPr>
                <a:defRPr/>
              </a:pPr>
              <a:t>‹#›</a:t>
            </a:fld>
            <a:endParaRPr lang="en-US"/>
          </a:p>
        </p:txBody>
      </p:sp>
    </p:spTree>
    <p:extLst>
      <p:ext uri="{BB962C8B-B14F-4D97-AF65-F5344CB8AC3E}">
        <p14:creationId xmlns:p14="http://schemas.microsoft.com/office/powerpoint/2010/main" val="4181187469"/>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1271635" y="2925763"/>
            <a:ext cx="9326033" cy="26335038"/>
          </a:xfrm>
        </p:spPr>
        <p:txBody>
          <a:bodyPr vert="eaVert"/>
          <a:lstStyle>
            <a:defPPr>
              <a:defRPr kern="1200"/>
            </a:defPPr>
          </a:lstStyle>
          <a:p>
            <a:r>
              <a:rPr lang="en-US"/>
              <a:t>Click to edit Master title style</a:t>
            </a:r>
          </a:p>
        </p:txBody>
      </p:sp>
      <p:sp>
        <p:nvSpPr>
          <p:cNvPr id="3" name="Vertical Text Placeholder 2"/>
          <p:cNvSpPr>
            <a:spLocks noGrp="1"/>
          </p:cNvSpPr>
          <p:nvPr>
            <p:ph type="body" orient="vert" idx="1"/>
          </p:nvPr>
        </p:nvSpPr>
        <p:spPr>
          <a:xfrm>
            <a:off x="3293534" y="2925763"/>
            <a:ext cx="27842635" cy="26335038"/>
          </a:xfrm>
        </p:spPr>
        <p:txBody>
          <a:bodyPr vert="eaVert"/>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p:txBody>
          <a:bodyPr/>
          <a:lstStyle>
            <a:defPPr>
              <a:defRPr kern="1200"/>
            </a:defPPr>
            <a:lvl1pPr>
              <a:defRPr/>
            </a:lvl1pPr>
          </a:lstStyle>
          <a:p>
            <a:pPr>
              <a:defRPr/>
            </a:pPr>
            <a:endParaRPr lang="en-US"/>
          </a:p>
        </p:txBody>
      </p:sp>
      <p:sp>
        <p:nvSpPr>
          <p:cNvPr id="5" name="Rectangle 5"/>
          <p:cNvSpPr>
            <a:spLocks noGrp="1" noChangeArrowheads="1"/>
          </p:cNvSpPr>
          <p:nvPr>
            <p:ph type="ftr" sz="quarter" idx="11"/>
          </p:nvPr>
        </p:nvSpPr>
        <p:spPr/>
        <p:txBody>
          <a:bodyPr/>
          <a:lstStyle>
            <a:defPPr>
              <a:defRPr kern="1200"/>
            </a:defPPr>
            <a:lvl1pPr>
              <a:defRPr/>
            </a:lvl1pPr>
          </a:lstStyle>
          <a:p>
            <a:pPr>
              <a:defRPr/>
            </a:pPr>
            <a:endParaRPr lang="en-US"/>
          </a:p>
        </p:txBody>
      </p:sp>
      <p:sp>
        <p:nvSpPr>
          <p:cNvPr id="6" name="Rectangle 6"/>
          <p:cNvSpPr>
            <a:spLocks noGrp="1" noChangeArrowheads="1"/>
          </p:cNvSpPr>
          <p:nvPr>
            <p:ph type="sldNum" sz="quarter" idx="12"/>
          </p:nvPr>
        </p:nvSpPr>
        <p:spPr/>
        <p:txBody>
          <a:bodyPr/>
          <a:lstStyle>
            <a:defPPr>
              <a:defRPr kern="1200"/>
            </a:defPPr>
            <a:lvl1pPr>
              <a:defRPr/>
            </a:lvl1pPr>
          </a:lstStyle>
          <a:p>
            <a:pPr>
              <a:defRPr/>
            </a:pPr>
            <a:fld id="{043B26BC-A2E6-4CDA-9F76-12293F26600A}" type="slidenum">
              <a:rPr lang="en-US"/>
              <a:pPr>
                <a:defRPr/>
              </a:pPr>
              <a:t>‹#›</a:t>
            </a:fld>
            <a:endParaRPr lang="en-US"/>
          </a:p>
        </p:txBody>
      </p:sp>
    </p:spTree>
    <p:extLst>
      <p:ext uri="{BB962C8B-B14F-4D97-AF65-F5344CB8AC3E}">
        <p14:creationId xmlns:p14="http://schemas.microsoft.com/office/powerpoint/2010/main" val="349418540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0094B3"/>
            </a:gs>
          </a:gsLst>
          <a:lin ang="54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294063" y="2925763"/>
            <a:ext cx="37303075" cy="5486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ctr" anchorCtr="0" compatLnSpc="1">
            <a:prstTxWarp prst="textNoShape">
              <a:avLst/>
            </a:prstTxWarp>
          </a:bodyPr>
          <a:lstStyle>
            <a:defPPr>
              <a:defRPr kern="1200"/>
            </a:defPPr>
          </a:lstStyle>
          <a:p>
            <a:pPr lvl="0"/>
            <a:r>
              <a:rPr lang="en-US"/>
              <a:t>Click to edit Master title style</a:t>
            </a:r>
          </a:p>
        </p:txBody>
      </p:sp>
      <p:sp>
        <p:nvSpPr>
          <p:cNvPr id="1027" name="Rectangle 3"/>
          <p:cNvSpPr>
            <a:spLocks noGrp="1" noChangeArrowheads="1"/>
          </p:cNvSpPr>
          <p:nvPr>
            <p:ph type="body" idx="1"/>
          </p:nvPr>
        </p:nvSpPr>
        <p:spPr bwMode="auto">
          <a:xfrm>
            <a:off x="3294063" y="9509125"/>
            <a:ext cx="37303075" cy="197516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3294063" y="29992638"/>
            <a:ext cx="9144000" cy="219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defTabSz="4267200">
              <a:defRPr sz="6500"/>
            </a:lvl1pPr>
          </a:lstStyle>
          <a:p>
            <a:pPr>
              <a:defRPr/>
            </a:pPr>
            <a:endParaRPr lang="en-US"/>
          </a:p>
        </p:txBody>
      </p:sp>
      <p:sp>
        <p:nvSpPr>
          <p:cNvPr id="1029" name="Rectangle 5"/>
          <p:cNvSpPr>
            <a:spLocks noGrp="1" noChangeArrowheads="1"/>
          </p:cNvSpPr>
          <p:nvPr>
            <p:ph type="ftr" sz="quarter" idx="3"/>
          </p:nvPr>
        </p:nvSpPr>
        <p:spPr bwMode="auto">
          <a:xfrm>
            <a:off x="14993938" y="29992638"/>
            <a:ext cx="13903325" cy="219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ctr" defTabSz="4267200">
              <a:defRPr sz="6500"/>
            </a:lvl1pPr>
          </a:lstStyle>
          <a:p>
            <a:pPr>
              <a:defRPr/>
            </a:pPr>
            <a:endParaRPr lang="en-US"/>
          </a:p>
        </p:txBody>
      </p:sp>
      <p:sp>
        <p:nvSpPr>
          <p:cNvPr id="1030" name="Rectangle 6"/>
          <p:cNvSpPr>
            <a:spLocks noGrp="1" noChangeArrowheads="1"/>
          </p:cNvSpPr>
          <p:nvPr>
            <p:ph type="sldNum" sz="quarter" idx="4"/>
          </p:nvPr>
        </p:nvSpPr>
        <p:spPr bwMode="auto">
          <a:xfrm>
            <a:off x="31453138" y="29992638"/>
            <a:ext cx="9144000" cy="2193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26714" tIns="213357" rIns="426714" bIns="213357" anchor="t" anchorCtr="0" compatLnSpc="1">
            <a:prstTxWarp prst="textNoShape">
              <a:avLst/>
            </a:prstTxWarp>
          </a:bodyPr>
          <a:lstStyle>
            <a:defPPr>
              <a:defRPr kern="1200"/>
            </a:defPPr>
            <a:lvl1pPr algn="r" defTabSz="4267200">
              <a:defRPr sz="6500"/>
            </a:lvl1pPr>
          </a:lstStyle>
          <a:p>
            <a:pPr>
              <a:defRPr/>
            </a:pPr>
            <a:fld id="{469A0CB4-D18D-4AEF-B324-9EDF067D136D}" type="slidenum">
              <a:rPr lang="en-US"/>
              <a:pPr>
                <a:defRPr/>
              </a:pPr>
              <a:t>‹#›</a:t>
            </a:fld>
            <a:endParaRPr lang="en-US"/>
          </a:p>
        </p:txBody>
      </p:sp>
      <p:pic>
        <p:nvPicPr>
          <p:cNvPr id="1031" name="New picture"/>
          <p:cNvPicPr/>
          <p:nvPr/>
        </p:nvPicPr>
        <p:blipFill>
          <a:blip r:embed="rId13"/>
          <a:stretch>
            <a:fillRect/>
          </a:stretch>
        </p:blipFill>
        <p:spPr>
          <a:xfrm rot="16200000">
            <a:off x="-11074400" y="16459200"/>
            <a:ext cx="14274800" cy="3937000"/>
          </a:xfrm>
          <a:prstGeom prst="rect">
            <a:avLst/>
          </a:prstGeom>
        </p:spPr>
      </p:pic>
      <p:pic>
        <p:nvPicPr>
          <p:cNvPr id="1032" name="New picture"/>
          <p:cNvPicPr/>
          <p:nvPr/>
        </p:nvPicPr>
        <p:blipFill>
          <a:blip r:embed="rId13"/>
          <a:stretch>
            <a:fillRect/>
          </a:stretch>
        </p:blipFill>
        <p:spPr>
          <a:xfrm rot="5400000">
            <a:off x="40690800" y="16459200"/>
            <a:ext cx="14274800" cy="3937000"/>
          </a:xfrm>
          <a:prstGeom prst="rect">
            <a:avLst/>
          </a:prstGeom>
        </p:spPr>
      </p:pic>
      <p:pic>
        <p:nvPicPr>
          <p:cNvPr id="1033" name="New picture"/>
          <p:cNvPicPr/>
          <p:nvPr/>
        </p:nvPicPr>
        <p:blipFill>
          <a:blip r:embed="rId14"/>
          <a:stretch>
            <a:fillRect/>
          </a:stretch>
        </p:blipFill>
        <p:spPr>
          <a:xfrm>
            <a:off x="6946900" y="33426400"/>
            <a:ext cx="29997400" cy="1447800"/>
          </a:xfrm>
          <a:prstGeom prst="rect">
            <a:avLst/>
          </a:prstGeom>
        </p:spPr>
      </p:pic>
      <p:sp>
        <p:nvSpPr>
          <p:cNvPr id="1034" name="New shape"/>
          <p:cNvSpPr/>
          <p:nvPr/>
        </p:nvSpPr>
        <p:spPr>
          <a:xfrm>
            <a:off x="6946900" y="33997900"/>
            <a:ext cx="21945600" cy="1270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r>
              <a:rPr sz="4560">
                <a:solidFill>
                  <a:srgbClr val="808080"/>
                </a:solidFill>
              </a:rPr>
              <a:t>Template ID: persuadingsapphire  Size: 48x36</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txStyles>
    <p:titleStyle>
      <a:defPPr>
        <a:defRPr kern="1200"/>
      </a:defPPr>
      <a:lvl1pPr algn="ctr" defTabSz="4267200" rtl="0" eaLnBrk="0" fontAlgn="base" hangingPunct="0">
        <a:spcBef>
          <a:spcPct val="0"/>
        </a:spcBef>
        <a:spcAft>
          <a:spcPct val="0"/>
        </a:spcAft>
        <a:defRPr sz="20500">
          <a:solidFill>
            <a:schemeClr val="tx2"/>
          </a:solidFill>
          <a:latin typeface="+mj-lt"/>
          <a:ea typeface="+mj-ea"/>
          <a:cs typeface="+mj-cs"/>
        </a:defRPr>
      </a:lvl1pPr>
      <a:lvl2pPr algn="ctr" defTabSz="4267200" rtl="0" eaLnBrk="0" fontAlgn="base" hangingPunct="0">
        <a:spcBef>
          <a:spcPct val="0"/>
        </a:spcBef>
        <a:spcAft>
          <a:spcPct val="0"/>
        </a:spcAft>
        <a:defRPr sz="20500">
          <a:solidFill>
            <a:schemeClr val="tx2"/>
          </a:solidFill>
          <a:latin typeface="Times New Roman" pitchFamily="18" charset="0"/>
        </a:defRPr>
      </a:lvl2pPr>
      <a:lvl3pPr algn="ctr" defTabSz="4267200" rtl="0" eaLnBrk="0" fontAlgn="base" hangingPunct="0">
        <a:spcBef>
          <a:spcPct val="0"/>
        </a:spcBef>
        <a:spcAft>
          <a:spcPct val="0"/>
        </a:spcAft>
        <a:defRPr sz="20500">
          <a:solidFill>
            <a:schemeClr val="tx2"/>
          </a:solidFill>
          <a:latin typeface="Times New Roman" pitchFamily="18" charset="0"/>
        </a:defRPr>
      </a:lvl3pPr>
      <a:lvl4pPr algn="ctr" defTabSz="4267200" rtl="0" eaLnBrk="0" fontAlgn="base" hangingPunct="0">
        <a:spcBef>
          <a:spcPct val="0"/>
        </a:spcBef>
        <a:spcAft>
          <a:spcPct val="0"/>
        </a:spcAft>
        <a:defRPr sz="20500">
          <a:solidFill>
            <a:schemeClr val="tx2"/>
          </a:solidFill>
          <a:latin typeface="Times New Roman" pitchFamily="18" charset="0"/>
        </a:defRPr>
      </a:lvl4pPr>
      <a:lvl5pPr algn="ctr" defTabSz="4267200" rtl="0" eaLnBrk="0" fontAlgn="base" hangingPunct="0">
        <a:spcBef>
          <a:spcPct val="0"/>
        </a:spcBef>
        <a:spcAft>
          <a:spcPct val="0"/>
        </a:spcAft>
        <a:defRPr sz="20500">
          <a:solidFill>
            <a:schemeClr val="tx2"/>
          </a:solidFill>
          <a:latin typeface="Times New Roman" pitchFamily="18" charset="0"/>
        </a:defRPr>
      </a:lvl5pPr>
      <a:lvl6pPr marL="457200" algn="ctr" defTabSz="4267200" rtl="0" eaLnBrk="0" fontAlgn="base" hangingPunct="0">
        <a:spcBef>
          <a:spcPct val="0"/>
        </a:spcBef>
        <a:spcAft>
          <a:spcPct val="0"/>
        </a:spcAft>
        <a:defRPr sz="20500">
          <a:solidFill>
            <a:schemeClr val="tx2"/>
          </a:solidFill>
          <a:latin typeface="Times New Roman" pitchFamily="18" charset="0"/>
        </a:defRPr>
      </a:lvl6pPr>
      <a:lvl7pPr marL="914400" algn="ctr" defTabSz="4267200" rtl="0" eaLnBrk="0" fontAlgn="base" hangingPunct="0">
        <a:spcBef>
          <a:spcPct val="0"/>
        </a:spcBef>
        <a:spcAft>
          <a:spcPct val="0"/>
        </a:spcAft>
        <a:defRPr sz="20500">
          <a:solidFill>
            <a:schemeClr val="tx2"/>
          </a:solidFill>
          <a:latin typeface="Times New Roman" pitchFamily="18" charset="0"/>
        </a:defRPr>
      </a:lvl7pPr>
      <a:lvl8pPr marL="1371600" algn="ctr" defTabSz="4267200" rtl="0" eaLnBrk="0" fontAlgn="base" hangingPunct="0">
        <a:spcBef>
          <a:spcPct val="0"/>
        </a:spcBef>
        <a:spcAft>
          <a:spcPct val="0"/>
        </a:spcAft>
        <a:defRPr sz="20500">
          <a:solidFill>
            <a:schemeClr val="tx2"/>
          </a:solidFill>
          <a:latin typeface="Times New Roman" pitchFamily="18" charset="0"/>
        </a:defRPr>
      </a:lvl8pPr>
      <a:lvl9pPr marL="1828800" algn="ctr" defTabSz="4267200" rtl="0" eaLnBrk="0" fontAlgn="base" hangingPunct="0">
        <a:spcBef>
          <a:spcPct val="0"/>
        </a:spcBef>
        <a:spcAft>
          <a:spcPct val="0"/>
        </a:spcAft>
        <a:defRPr sz="20500">
          <a:solidFill>
            <a:schemeClr val="tx2"/>
          </a:solidFill>
          <a:latin typeface="Times New Roman" pitchFamily="18" charset="0"/>
        </a:defRPr>
      </a:lvl9pPr>
    </p:titleStyle>
    <p:bodyStyle>
      <a:defPPr>
        <a:defRPr kern="1200"/>
      </a:defPPr>
      <a:lvl1pPr marL="1600200" indent="-1600200" algn="l" defTabSz="4267200" rtl="0" eaLnBrk="0" fontAlgn="base" hangingPunct="0">
        <a:spcBef>
          <a:spcPct val="20000"/>
        </a:spcBef>
        <a:spcAft>
          <a:spcPct val="0"/>
        </a:spcAft>
        <a:buChar char="•"/>
        <a:defRPr sz="14900">
          <a:solidFill>
            <a:schemeClr val="tx1"/>
          </a:solidFill>
          <a:latin typeface="+mn-lt"/>
          <a:ea typeface="+mn-ea"/>
          <a:cs typeface="+mn-cs"/>
        </a:defRPr>
      </a:lvl1pPr>
      <a:lvl2pPr marL="3467100" indent="-1333500" algn="l" defTabSz="4267200" rtl="0" eaLnBrk="0" fontAlgn="base" hangingPunct="0">
        <a:spcBef>
          <a:spcPct val="20000"/>
        </a:spcBef>
        <a:spcAft>
          <a:spcPct val="0"/>
        </a:spcAft>
        <a:buChar char="–"/>
        <a:defRPr sz="13100">
          <a:solidFill>
            <a:schemeClr val="tx1"/>
          </a:solidFill>
          <a:latin typeface="+mn-lt"/>
        </a:defRPr>
      </a:lvl2pPr>
      <a:lvl3pPr marL="5334000" indent="-1066800" algn="l" defTabSz="4267200" rtl="0" eaLnBrk="0" fontAlgn="base" hangingPunct="0">
        <a:spcBef>
          <a:spcPct val="20000"/>
        </a:spcBef>
        <a:spcAft>
          <a:spcPct val="0"/>
        </a:spcAft>
        <a:buChar char="•"/>
        <a:defRPr sz="11200">
          <a:solidFill>
            <a:schemeClr val="tx1"/>
          </a:solidFill>
          <a:latin typeface="+mn-lt"/>
        </a:defRPr>
      </a:lvl3pPr>
      <a:lvl4pPr marL="7467600" indent="-1066800" algn="l" defTabSz="4267200" rtl="0" eaLnBrk="0" fontAlgn="base" hangingPunct="0">
        <a:spcBef>
          <a:spcPct val="20000"/>
        </a:spcBef>
        <a:spcAft>
          <a:spcPct val="0"/>
        </a:spcAft>
        <a:buChar char="–"/>
        <a:defRPr sz="9300">
          <a:solidFill>
            <a:schemeClr val="tx1"/>
          </a:solidFill>
          <a:latin typeface="+mn-lt"/>
        </a:defRPr>
      </a:lvl4pPr>
      <a:lvl5pPr marL="9601200" indent="-1066800" algn="l" defTabSz="4267200" rtl="0" eaLnBrk="0" fontAlgn="base" hangingPunct="0">
        <a:spcBef>
          <a:spcPct val="20000"/>
        </a:spcBef>
        <a:spcAft>
          <a:spcPct val="0"/>
        </a:spcAft>
        <a:buChar char="»"/>
        <a:defRPr sz="9300">
          <a:solidFill>
            <a:schemeClr val="tx1"/>
          </a:solidFill>
          <a:latin typeface="+mn-lt"/>
        </a:defRPr>
      </a:lvl5pPr>
      <a:lvl6pPr marL="10058400" indent="-1066800" algn="l" defTabSz="4267200" rtl="0" eaLnBrk="0" fontAlgn="base" hangingPunct="0">
        <a:spcBef>
          <a:spcPct val="20000"/>
        </a:spcBef>
        <a:spcAft>
          <a:spcPct val="0"/>
        </a:spcAft>
        <a:buChar char="»"/>
        <a:defRPr sz="9300">
          <a:solidFill>
            <a:schemeClr val="tx1"/>
          </a:solidFill>
          <a:latin typeface="+mn-lt"/>
        </a:defRPr>
      </a:lvl6pPr>
      <a:lvl7pPr marL="10515600" indent="-1066800" algn="l" defTabSz="4267200" rtl="0" eaLnBrk="0" fontAlgn="base" hangingPunct="0">
        <a:spcBef>
          <a:spcPct val="20000"/>
        </a:spcBef>
        <a:spcAft>
          <a:spcPct val="0"/>
        </a:spcAft>
        <a:buChar char="»"/>
        <a:defRPr sz="9300">
          <a:solidFill>
            <a:schemeClr val="tx1"/>
          </a:solidFill>
          <a:latin typeface="+mn-lt"/>
        </a:defRPr>
      </a:lvl7pPr>
      <a:lvl8pPr marL="10972800" indent="-1066800" algn="l" defTabSz="4267200" rtl="0" eaLnBrk="0" fontAlgn="base" hangingPunct="0">
        <a:spcBef>
          <a:spcPct val="20000"/>
        </a:spcBef>
        <a:spcAft>
          <a:spcPct val="0"/>
        </a:spcAft>
        <a:buChar char="»"/>
        <a:defRPr sz="9300">
          <a:solidFill>
            <a:schemeClr val="tx1"/>
          </a:solidFill>
          <a:latin typeface="+mn-lt"/>
        </a:defRPr>
      </a:lvl8pPr>
      <a:lvl9pPr marL="11430000" indent="-1066800" algn="l" defTabSz="4267200" rtl="0" eaLnBrk="0" fontAlgn="base" hangingPunct="0">
        <a:spcBef>
          <a:spcPct val="20000"/>
        </a:spcBef>
        <a:spcAft>
          <a:spcPct val="0"/>
        </a:spcAft>
        <a:buChar char="»"/>
        <a:defRPr sz="93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jpeg"/><Relationship Id="rId4"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FFFFFF"/>
            </a:gs>
            <a:gs pos="100000">
              <a:srgbClr val="1482A5"/>
            </a:gs>
          </a:gsLst>
          <a:lin ang="5400000" scaled="1"/>
        </a:gradFill>
        <a:effectLst/>
      </p:bgPr>
    </p:bg>
    <p:spTree>
      <p:nvGrpSpPr>
        <p:cNvPr id="1" name=""/>
        <p:cNvGrpSpPr/>
        <p:nvPr/>
      </p:nvGrpSpPr>
      <p:grpSpPr>
        <a:xfrm>
          <a:off x="0" y="0"/>
          <a:ext cx="0" cy="0"/>
          <a:chOff x="0" y="0"/>
          <a:chExt cx="0" cy="0"/>
        </a:xfrm>
      </p:grpSpPr>
      <p:sp>
        <p:nvSpPr>
          <p:cNvPr id="41" name="Title 11">
            <a:extLst>
              <a:ext uri="{FF2B5EF4-FFF2-40B4-BE49-F238E27FC236}">
                <a16:creationId xmlns:a16="http://schemas.microsoft.com/office/drawing/2014/main" id="{8785E597-B0C8-4CA8-9A56-A0F3996D088D}"/>
              </a:ext>
            </a:extLst>
          </p:cNvPr>
          <p:cNvSpPr txBox="1"/>
          <p:nvPr/>
        </p:nvSpPr>
        <p:spPr>
          <a:xfrm>
            <a:off x="6248400" y="1385518"/>
            <a:ext cx="33985200" cy="2746935"/>
          </a:xfrm>
          <a:prstGeom prst="rect">
            <a:avLst/>
          </a:prstGeom>
        </p:spPr>
        <p:txBody>
          <a:bodyPr lIns="128016" tIns="64008" rIns="128016" bIns="64008"/>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8500" b="1" dirty="0">
                <a:solidFill>
                  <a:srgbClr val="235078"/>
                </a:solidFill>
              </a:rPr>
              <a:t>Solvent Composition and Oil Yield: Unlocking Elodea’s Potential as a Renewable Energy Source</a:t>
            </a:r>
          </a:p>
          <a:p>
            <a:endParaRPr lang="en-US" sz="8500" b="1" dirty="0">
              <a:solidFill>
                <a:srgbClr val="235078"/>
              </a:solidFill>
            </a:endParaRPr>
          </a:p>
          <a:p>
            <a:endParaRPr lang="en-US" sz="8500" b="1" dirty="0">
              <a:solidFill>
                <a:srgbClr val="235078"/>
              </a:solidFill>
            </a:endParaRPr>
          </a:p>
        </p:txBody>
      </p:sp>
      <p:sp>
        <p:nvSpPr>
          <p:cNvPr id="42" name="Text Placeholder 16">
            <a:extLst>
              <a:ext uri="{FF2B5EF4-FFF2-40B4-BE49-F238E27FC236}">
                <a16:creationId xmlns:a16="http://schemas.microsoft.com/office/drawing/2014/main" id="{EBC3B70E-A392-4069-A147-C1FCF37051AF}"/>
              </a:ext>
            </a:extLst>
          </p:cNvPr>
          <p:cNvSpPr txBox="1"/>
          <p:nvPr/>
        </p:nvSpPr>
        <p:spPr>
          <a:xfrm>
            <a:off x="3657600" y="4528006"/>
            <a:ext cx="36576000" cy="2025170"/>
          </a:xfrm>
          <a:prstGeom prst="rect">
            <a:avLst/>
          </a:prstGeom>
        </p:spPr>
        <p:txBody>
          <a:bodyPr lIns="128016" tIns="64008" rIns="128016" bIns="64008">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5600" b="1" i="1" dirty="0">
                <a:solidFill>
                  <a:srgbClr val="1482A5"/>
                </a:solidFill>
                <a:latin typeface="+mj-lt"/>
              </a:rPr>
              <a:t>Shankia Neko Brooks </a:t>
            </a:r>
            <a:r>
              <a:rPr lang="en-US" sz="5600" i="1" dirty="0">
                <a:solidFill>
                  <a:srgbClr val="1482A5"/>
                </a:solidFill>
                <a:latin typeface="+mj-lt"/>
              </a:rPr>
              <a:t>and Juan M. Morata M.S, </a:t>
            </a:r>
            <a:r>
              <a:rPr lang="en-US" sz="5600" i="1" dirty="0" err="1">
                <a:solidFill>
                  <a:srgbClr val="1482A5"/>
                </a:solidFill>
                <a:latin typeface="+mj-lt"/>
              </a:rPr>
              <a:t>Ed.D</a:t>
            </a:r>
            <a:endParaRPr lang="en-US" sz="5600" i="1" dirty="0">
              <a:solidFill>
                <a:srgbClr val="1482A5"/>
              </a:solidFill>
              <a:latin typeface="+mj-lt"/>
            </a:endParaRPr>
          </a:p>
          <a:p>
            <a:pPr algn="ctr"/>
            <a:r>
              <a:rPr lang="en-US" sz="5600" i="1" dirty="0">
                <a:solidFill>
                  <a:srgbClr val="1482A5"/>
                </a:solidFill>
                <a:latin typeface="+mj-lt"/>
              </a:rPr>
              <a:t>Miami Dade College, Wolfson Campus, Miami, FL</a:t>
            </a:r>
          </a:p>
        </p:txBody>
      </p:sp>
      <p:sp>
        <p:nvSpPr>
          <p:cNvPr id="46" name="Rectangle 45">
            <a:extLst>
              <a:ext uri="{FF2B5EF4-FFF2-40B4-BE49-F238E27FC236}">
                <a16:creationId xmlns:a16="http://schemas.microsoft.com/office/drawing/2014/main" id="{2C718E78-BDD8-4BAD-851F-D423AE935B0D}"/>
              </a:ext>
            </a:extLst>
          </p:cNvPr>
          <p:cNvSpPr/>
          <p:nvPr/>
        </p:nvSpPr>
        <p:spPr>
          <a:xfrm>
            <a:off x="685800" y="7745166"/>
            <a:ext cx="10058400" cy="100744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endParaRPr lang="en-US" sz="9600" dirty="0">
              <a:latin typeface="+mj-lt"/>
            </a:endParaRPr>
          </a:p>
        </p:txBody>
      </p:sp>
      <p:sp>
        <p:nvSpPr>
          <p:cNvPr id="47" name="Rectangle 46">
            <a:extLst>
              <a:ext uri="{FF2B5EF4-FFF2-40B4-BE49-F238E27FC236}">
                <a16:creationId xmlns:a16="http://schemas.microsoft.com/office/drawing/2014/main" id="{B9C39BF6-8B9A-45D3-A730-4CDDF5EAA7F1}"/>
              </a:ext>
            </a:extLst>
          </p:cNvPr>
          <p:cNvSpPr/>
          <p:nvPr/>
        </p:nvSpPr>
        <p:spPr>
          <a:xfrm>
            <a:off x="22326600" y="7745167"/>
            <a:ext cx="10058400" cy="244873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r>
              <a:rPr lang="en-US" sz="9600" dirty="0"/>
              <a:t>d</a:t>
            </a:r>
          </a:p>
        </p:txBody>
      </p:sp>
      <p:sp>
        <p:nvSpPr>
          <p:cNvPr id="48" name="Rectangle 47">
            <a:extLst>
              <a:ext uri="{FF2B5EF4-FFF2-40B4-BE49-F238E27FC236}">
                <a16:creationId xmlns:a16="http://schemas.microsoft.com/office/drawing/2014/main" id="{3E6D1C9C-2516-4738-BC80-673A19ECE5BD}"/>
              </a:ext>
            </a:extLst>
          </p:cNvPr>
          <p:cNvSpPr/>
          <p:nvPr/>
        </p:nvSpPr>
        <p:spPr>
          <a:xfrm>
            <a:off x="33147000" y="7745167"/>
            <a:ext cx="10058400" cy="924743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49" name="Rectangle 48">
            <a:extLst>
              <a:ext uri="{FF2B5EF4-FFF2-40B4-BE49-F238E27FC236}">
                <a16:creationId xmlns:a16="http://schemas.microsoft.com/office/drawing/2014/main" id="{8F25EFAD-7AAF-4CAF-BA69-869B3D423F7F}"/>
              </a:ext>
            </a:extLst>
          </p:cNvPr>
          <p:cNvSpPr/>
          <p:nvPr/>
        </p:nvSpPr>
        <p:spPr>
          <a:xfrm>
            <a:off x="685800" y="18464271"/>
            <a:ext cx="10058400" cy="137682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50" name="Rectangle 49">
            <a:extLst>
              <a:ext uri="{FF2B5EF4-FFF2-40B4-BE49-F238E27FC236}">
                <a16:creationId xmlns:a16="http://schemas.microsoft.com/office/drawing/2014/main" id="{2EC9A64B-144F-4668-B416-097C0312FF96}"/>
              </a:ext>
            </a:extLst>
          </p:cNvPr>
          <p:cNvSpPr/>
          <p:nvPr/>
        </p:nvSpPr>
        <p:spPr>
          <a:xfrm>
            <a:off x="11563350" y="16669405"/>
            <a:ext cx="10058400" cy="1556306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p>
        </p:txBody>
      </p:sp>
      <p:sp>
        <p:nvSpPr>
          <p:cNvPr id="51" name="Rectangle 50">
            <a:extLst>
              <a:ext uri="{FF2B5EF4-FFF2-40B4-BE49-F238E27FC236}">
                <a16:creationId xmlns:a16="http://schemas.microsoft.com/office/drawing/2014/main" id="{BF801B80-E24E-4773-AC4E-37DC17B0424E}"/>
              </a:ext>
            </a:extLst>
          </p:cNvPr>
          <p:cNvSpPr/>
          <p:nvPr/>
        </p:nvSpPr>
        <p:spPr>
          <a:xfrm>
            <a:off x="11506200" y="7766748"/>
            <a:ext cx="10058400" cy="821763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dirty="0"/>
          </a:p>
        </p:txBody>
      </p:sp>
      <p:sp>
        <p:nvSpPr>
          <p:cNvPr id="52" name="Rectangle 51">
            <a:extLst>
              <a:ext uri="{FF2B5EF4-FFF2-40B4-BE49-F238E27FC236}">
                <a16:creationId xmlns:a16="http://schemas.microsoft.com/office/drawing/2014/main" id="{F6D8A1CF-B987-4F36-8586-4BEDACCCAB04}"/>
              </a:ext>
            </a:extLst>
          </p:cNvPr>
          <p:cNvSpPr/>
          <p:nvPr/>
        </p:nvSpPr>
        <p:spPr>
          <a:xfrm>
            <a:off x="33147000" y="17819644"/>
            <a:ext cx="10058400" cy="610715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53" name="TextBox 52">
            <a:extLst>
              <a:ext uri="{FF2B5EF4-FFF2-40B4-BE49-F238E27FC236}">
                <a16:creationId xmlns:a16="http://schemas.microsoft.com/office/drawing/2014/main" id="{B9BDD4D7-12C6-4DBA-AD93-2C88BC17BC8B}"/>
              </a:ext>
            </a:extLst>
          </p:cNvPr>
          <p:cNvSpPr txBox="1"/>
          <p:nvPr/>
        </p:nvSpPr>
        <p:spPr>
          <a:xfrm>
            <a:off x="838200" y="8716604"/>
            <a:ext cx="9601200" cy="6370975"/>
          </a:xfrm>
          <a:prstGeom prst="rect">
            <a:avLst/>
          </a:prstGeom>
          <a:noFill/>
        </p:spPr>
        <p:txBody>
          <a:bodyPr wrap="square" rtlCol="0">
            <a:spAutoFit/>
          </a:bodyPr>
          <a:lstStyle>
            <a:defPPr>
              <a:defRPr kern="1200"/>
            </a:defPPr>
          </a:lstStyle>
          <a:p>
            <a:pPr algn="just"/>
            <a:r>
              <a:rPr lang="en-US" dirty="0">
                <a:latin typeface="Arial" panose="020B0604020202020204" pitchFamily="34" charset="0"/>
                <a:cs typeface="Arial" panose="020B0604020202020204" pitchFamily="34" charset="0"/>
              </a:rPr>
              <a:t>This study investigates the biofuel potential of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through lipid extraction using various ethanol–hexane solvent mixtures. The objective was to determine the most effective solvent composition for maximizing oil yield. Chopped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biomass underwent Soxhlet extraction using four solvent systems: 20% ethanol/80% hexane, 70% ethanol/30% hexane, 50% ethanol/50% hexane, and 80% ethanol alone. Lipids were isolated post-extraction via rotary evaporation. The highest oil yield (94.3%) was achieved with the 50/50 ethanol–hexane mixture, followed by 88.35% with 80% ethanol, 81.05% with the 70/30 mixture, and 71.12% with the 20/80 mixture. These results indicate that solvent composition significantly affects extraction efficiency, with balanced ethanol–hexane ratios producing optimal yields. The findings support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as a promising feedstock for biofuel production and highlight the importance of solvent optimization in enhancing lipid recovery. Further research is recommended to refine extraction protocols and evaluate scalability for sustainable energy applications.</a:t>
            </a:r>
            <a:endParaRPr lang="en-US" dirty="0">
              <a:solidFill>
                <a:srgbClr val="1482A5"/>
              </a:solidFill>
              <a:latin typeface="Arial" panose="020B0604020202020204" pitchFamily="34" charset="0"/>
              <a:ea typeface="Open Sans" panose="020B0606030504020204" pitchFamily="34" charset="0"/>
              <a:cs typeface="Arial" panose="020B0604020202020204" pitchFamily="34" charset="0"/>
            </a:endParaRPr>
          </a:p>
        </p:txBody>
      </p:sp>
      <p:sp>
        <p:nvSpPr>
          <p:cNvPr id="54" name="TextBox 53">
            <a:extLst>
              <a:ext uri="{FF2B5EF4-FFF2-40B4-BE49-F238E27FC236}">
                <a16:creationId xmlns:a16="http://schemas.microsoft.com/office/drawing/2014/main" id="{E4864E4E-50A2-403F-84B8-E4F7E820612B}"/>
              </a:ext>
            </a:extLst>
          </p:cNvPr>
          <p:cNvSpPr txBox="1"/>
          <p:nvPr/>
        </p:nvSpPr>
        <p:spPr>
          <a:xfrm>
            <a:off x="914400" y="8077206"/>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Abstract</a:t>
            </a:r>
            <a:r>
              <a:rPr lang="en-US" sz="3600" b="1">
                <a:solidFill>
                  <a:srgbClr val="235078"/>
                </a:solidFill>
                <a:latin typeface="Arial" panose="020B0604020202020204" pitchFamily="34" charset="0"/>
                <a:cs typeface="Arial" panose="020B0604020202020204" pitchFamily="34" charset="0"/>
              </a:rPr>
              <a:t>/Purpose</a:t>
            </a:r>
            <a:endParaRPr lang="en-US" sz="3600" b="1" dirty="0">
              <a:solidFill>
                <a:srgbClr val="235078"/>
              </a:solidFill>
              <a:latin typeface="Arial" panose="020B0604020202020204" pitchFamily="34" charset="0"/>
              <a:cs typeface="Arial" panose="020B0604020202020204" pitchFamily="34" charset="0"/>
            </a:endParaRPr>
          </a:p>
        </p:txBody>
      </p:sp>
      <p:sp>
        <p:nvSpPr>
          <p:cNvPr id="55" name="Rectangle 54">
            <a:extLst>
              <a:ext uri="{FF2B5EF4-FFF2-40B4-BE49-F238E27FC236}">
                <a16:creationId xmlns:a16="http://schemas.microsoft.com/office/drawing/2014/main" id="{32418A42-DDE0-497E-98DF-5F9BFF98DA6B}"/>
              </a:ext>
            </a:extLst>
          </p:cNvPr>
          <p:cNvSpPr/>
          <p:nvPr/>
        </p:nvSpPr>
        <p:spPr>
          <a:xfrm>
            <a:off x="33177480" y="25054824"/>
            <a:ext cx="10058400" cy="71776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56" name="TextBox 55">
            <a:extLst>
              <a:ext uri="{FF2B5EF4-FFF2-40B4-BE49-F238E27FC236}">
                <a16:creationId xmlns:a16="http://schemas.microsoft.com/office/drawing/2014/main" id="{1D434DB1-CA03-4AE7-BD42-F2F4837CE20D}"/>
              </a:ext>
            </a:extLst>
          </p:cNvPr>
          <p:cNvSpPr txBox="1"/>
          <p:nvPr/>
        </p:nvSpPr>
        <p:spPr>
          <a:xfrm>
            <a:off x="33375600" y="26230030"/>
            <a:ext cx="9601200" cy="3785652"/>
          </a:xfrm>
          <a:prstGeom prst="rect">
            <a:avLst/>
          </a:prstGeom>
          <a:noFill/>
        </p:spPr>
        <p:txBody>
          <a:bodyPr wrap="square" rtlCol="0">
            <a:spAutoFit/>
          </a:bodyPr>
          <a:lstStyle>
            <a:defPPr>
              <a:defRPr kern="1200"/>
            </a:defPPr>
          </a:lstStyle>
          <a:p>
            <a:pPr algn="just"/>
            <a:r>
              <a:rPr lang="en-US" dirty="0">
                <a:latin typeface="Arial" panose="020B0604020202020204" pitchFamily="34" charset="0"/>
                <a:cs typeface="Arial" panose="020B0604020202020204" pitchFamily="34" charset="0"/>
              </a:rPr>
              <a:t>The original research summarized herein was supported in part b U.S. Department Education grant awards P031C210035 (STEM PACTS), P031C210028 (STEM SMART), and P031A220012 (Engine of Progress); and in part by the National Science Foundation grant award 20220086 (Extending the Florida Pathways 2 Success Partnership to Increase Engagement, Retention, and Success of Low-Income Undergraduate and Graduate Students S-STEM). Any opinions, findings, conclusions, or recommendations expressed in this material are those of the authors and do not necessarily reflect the views of the funding agencies. </a:t>
            </a:r>
            <a:endParaRPr lang="en-US" dirty="0">
              <a:solidFill>
                <a:srgbClr val="1482A5"/>
              </a:solidFill>
              <a:latin typeface="Arial" panose="020B0604020202020204" pitchFamily="34" charset="0"/>
              <a:ea typeface="Open Sans" panose="020B0606030504020204" pitchFamily="34" charset="0"/>
              <a:cs typeface="Arial" panose="020B0604020202020204" pitchFamily="34" charset="0"/>
            </a:endParaRPr>
          </a:p>
        </p:txBody>
      </p:sp>
      <p:sp>
        <p:nvSpPr>
          <p:cNvPr id="57" name="TextBox 56">
            <a:extLst>
              <a:ext uri="{FF2B5EF4-FFF2-40B4-BE49-F238E27FC236}">
                <a16:creationId xmlns:a16="http://schemas.microsoft.com/office/drawing/2014/main" id="{992CC346-56CD-4384-BB14-A915BC781C78}"/>
              </a:ext>
            </a:extLst>
          </p:cNvPr>
          <p:cNvSpPr txBox="1"/>
          <p:nvPr/>
        </p:nvSpPr>
        <p:spPr>
          <a:xfrm>
            <a:off x="33345120" y="25348371"/>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Acknowledgements</a:t>
            </a:r>
          </a:p>
        </p:txBody>
      </p:sp>
      <p:sp>
        <p:nvSpPr>
          <p:cNvPr id="58" name="TextBox 57">
            <a:extLst>
              <a:ext uri="{FF2B5EF4-FFF2-40B4-BE49-F238E27FC236}">
                <a16:creationId xmlns:a16="http://schemas.microsoft.com/office/drawing/2014/main" id="{E3DA8D0E-1298-4193-913A-0FE766B77D13}"/>
              </a:ext>
            </a:extLst>
          </p:cNvPr>
          <p:cNvSpPr txBox="1"/>
          <p:nvPr/>
        </p:nvSpPr>
        <p:spPr>
          <a:xfrm>
            <a:off x="33375600" y="8745112"/>
            <a:ext cx="9601200" cy="6370975"/>
          </a:xfrm>
          <a:prstGeom prst="rect">
            <a:avLst/>
          </a:prstGeom>
          <a:noFill/>
        </p:spPr>
        <p:txBody>
          <a:bodyPr wrap="square" rtlCol="0">
            <a:spAutoFit/>
          </a:bodyPr>
          <a:lstStyle>
            <a:defPPr>
              <a:defRPr kern="1200"/>
            </a:defPPr>
          </a:lstStyle>
          <a:p>
            <a:pPr algn="just"/>
            <a:r>
              <a:rPr lang="en-US" dirty="0">
                <a:latin typeface="Arial" panose="020B0604020202020204" pitchFamily="34" charset="0"/>
                <a:cs typeface="Arial" panose="020B0604020202020204" pitchFamily="34" charset="0"/>
              </a:rPr>
              <a:t>This research highlights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as a promising candidate for sustainable biofuel production. The highest oil yield—94.3%—was achieved using a 50:50 ethanol-hexane mixture, demonstrating that solvent composition plays a critical role in maximizing lipid extraction. In contrast, ethanol alone produced significantly lower yields, reinforcing the importance of using mixed solvents to enhance efficiency.</a:t>
            </a:r>
          </a:p>
          <a:p>
            <a:pPr algn="just"/>
            <a:endParaRPr lang="en-US" dirty="0">
              <a:latin typeface="Arial" panose="020B0604020202020204" pitchFamily="34" charset="0"/>
              <a:cs typeface="Arial" panose="020B0604020202020204" pitchFamily="34" charset="0"/>
            </a:endParaRPr>
          </a:p>
          <a:p>
            <a:pPr algn="just"/>
            <a:r>
              <a:rPr lang="en-US" dirty="0">
                <a:latin typeface="Arial" panose="020B0604020202020204" pitchFamily="34" charset="0"/>
                <a:cs typeface="Arial" panose="020B0604020202020204" pitchFamily="34" charset="0"/>
              </a:rPr>
              <a:t>These findings are not only relevant for improving laboratory extraction protocols but also have broader implications for clean energy development. By optimizing solvent mixtures, we can increase the viability of plant-based biofuels, reduce reliance on fossil fuels, and contribute to more environmentally friendly energy solutions. Continued research in this area could accelerate the transition to greener technologies and support global efforts to combat climate change.</a:t>
            </a:r>
          </a:p>
          <a:p>
            <a:pPr algn="just"/>
            <a:endParaRPr lang="en-US" b="0" i="0" dirty="0">
              <a:effectLst/>
              <a:latin typeface="Arial" panose="020B0604020202020204" pitchFamily="34" charset="0"/>
              <a:cs typeface="Arial" panose="020B0604020202020204" pitchFamily="34" charset="0"/>
            </a:endParaRPr>
          </a:p>
        </p:txBody>
      </p:sp>
      <p:sp>
        <p:nvSpPr>
          <p:cNvPr id="59" name="TextBox 58">
            <a:extLst>
              <a:ext uri="{FF2B5EF4-FFF2-40B4-BE49-F238E27FC236}">
                <a16:creationId xmlns:a16="http://schemas.microsoft.com/office/drawing/2014/main" id="{D07EEF88-ACF9-4467-B180-074FC642245A}"/>
              </a:ext>
            </a:extLst>
          </p:cNvPr>
          <p:cNvSpPr txBox="1"/>
          <p:nvPr/>
        </p:nvSpPr>
        <p:spPr>
          <a:xfrm>
            <a:off x="33375600" y="8077200"/>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Conclusion</a:t>
            </a:r>
          </a:p>
        </p:txBody>
      </p:sp>
      <p:sp>
        <p:nvSpPr>
          <p:cNvPr id="60" name="TextBox 59">
            <a:extLst>
              <a:ext uri="{FF2B5EF4-FFF2-40B4-BE49-F238E27FC236}">
                <a16:creationId xmlns:a16="http://schemas.microsoft.com/office/drawing/2014/main" id="{22B0201C-B275-4172-AE5F-42B6EA405F41}"/>
              </a:ext>
            </a:extLst>
          </p:cNvPr>
          <p:cNvSpPr txBox="1"/>
          <p:nvPr/>
        </p:nvSpPr>
        <p:spPr>
          <a:xfrm>
            <a:off x="33375600" y="18798732"/>
            <a:ext cx="9601200" cy="3785652"/>
          </a:xfrm>
          <a:prstGeom prst="rect">
            <a:avLst/>
          </a:prstGeom>
          <a:noFill/>
        </p:spPr>
        <p:txBody>
          <a:bodyPr wrap="square" rtlCol="0">
            <a:spAutoFit/>
          </a:bodyPr>
          <a:lstStyle>
            <a:defPPr>
              <a:defRPr kern="1200"/>
            </a:defPPr>
          </a:lstStyle>
          <a:p>
            <a:r>
              <a:rPr lang="en-US" dirty="0">
                <a:latin typeface="Arial" panose="020B0604020202020204" pitchFamily="34" charset="0"/>
                <a:cs typeface="Arial" panose="020B0604020202020204" pitchFamily="34" charset="0"/>
              </a:rPr>
              <a:t>National Renewable Energy Laboratory (NREL). (2022). Algae Biofuels. Retrieved from https://www.nrel.gov/bioenergy/algae.html​</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Science Buddies. (n.d.). Extracting Oil From Plants. Retrieved from​</a:t>
            </a:r>
          </a:p>
          <a:p>
            <a:r>
              <a:rPr lang="en-US" dirty="0">
                <a:latin typeface="Arial" panose="020B0604020202020204" pitchFamily="34" charset="0"/>
                <a:cs typeface="Arial" panose="020B0604020202020204" pitchFamily="34" charset="0"/>
              </a:rPr>
              <a:t>https://www.sciencebuddies.org​</a:t>
            </a:r>
          </a:p>
          <a:p>
            <a:r>
              <a:rPr lang="en-US" dirty="0">
                <a:latin typeface="Arial" panose="020B0604020202020204" pitchFamily="34" charset="0"/>
                <a:cs typeface="Arial" panose="020B0604020202020204" pitchFamily="34" charset="0"/>
              </a:rPr>
              <a:t>​</a:t>
            </a:r>
          </a:p>
          <a:p>
            <a:r>
              <a:rPr lang="en-US" dirty="0">
                <a:latin typeface="Arial" panose="020B0604020202020204" pitchFamily="34" charset="0"/>
                <a:cs typeface="Arial" panose="020B0604020202020204" pitchFamily="34" charset="0"/>
              </a:rPr>
              <a:t>U.S. Department of Energy. (2023). Biofuels Basics. Retrieved from https://www.energy.gov/eere/bioenergy/biofuels-basics​</a:t>
            </a:r>
          </a:p>
          <a:p>
            <a:r>
              <a:rPr lang="en-US" dirty="0">
                <a:latin typeface="Arial" panose="020B0604020202020204" pitchFamily="34" charset="0"/>
                <a:cs typeface="Arial" panose="020B0604020202020204" pitchFamily="34" charset="0"/>
              </a:rPr>
              <a:t>​</a:t>
            </a:r>
          </a:p>
          <a:p>
            <a:endParaRPr lang="en-US" dirty="0">
              <a:solidFill>
                <a:srgbClr val="1482A5"/>
              </a:solidFill>
              <a:latin typeface="Arial" panose="020B0604020202020204" pitchFamily="34" charset="0"/>
              <a:ea typeface="Open Sans" panose="020B0606030504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A6E6C31F-098B-45F7-BEE5-8A51FA70D59F}"/>
              </a:ext>
            </a:extLst>
          </p:cNvPr>
          <p:cNvSpPr txBox="1"/>
          <p:nvPr/>
        </p:nvSpPr>
        <p:spPr>
          <a:xfrm>
            <a:off x="33375600" y="18130819"/>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References</a:t>
            </a:r>
          </a:p>
        </p:txBody>
      </p:sp>
      <p:sp>
        <p:nvSpPr>
          <p:cNvPr id="62" name="TextBox 61">
            <a:extLst>
              <a:ext uri="{FF2B5EF4-FFF2-40B4-BE49-F238E27FC236}">
                <a16:creationId xmlns:a16="http://schemas.microsoft.com/office/drawing/2014/main" id="{A067F8A1-EE95-4354-8E2F-952A6BBDBFFC}"/>
              </a:ext>
            </a:extLst>
          </p:cNvPr>
          <p:cNvSpPr txBox="1"/>
          <p:nvPr/>
        </p:nvSpPr>
        <p:spPr>
          <a:xfrm>
            <a:off x="914400" y="19385468"/>
            <a:ext cx="9601200" cy="6740307"/>
          </a:xfrm>
          <a:prstGeom prst="rect">
            <a:avLst/>
          </a:prstGeom>
          <a:noFill/>
        </p:spPr>
        <p:txBody>
          <a:bodyPr wrap="square" rtlCol="0">
            <a:spAutoFit/>
          </a:bodyPr>
          <a:lstStyle>
            <a:defPPr>
              <a:defRPr kern="1200"/>
            </a:defPPr>
          </a:lstStyle>
          <a:p>
            <a:pPr algn="just"/>
            <a:r>
              <a:rPr lang="en-US" dirty="0">
                <a:latin typeface="Arial" panose="020B0604020202020204" pitchFamily="34" charset="0"/>
                <a:cs typeface="Arial" panose="020B0604020202020204" pitchFamily="34" charset="0"/>
              </a:rPr>
              <a:t>As global fossil fuel reserves continue to decline and their environmental impact intensifies, the search for cleaner, renewable energy sources has become increasingly urgent. Biofuels, derived from biological materials, offer a promising alternative due to their potential to reduce greenhouse gas emissions and reliance on non-renewable resources. Among various biofuel feedstocks, aquatic plants like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stand out for their rapid growth, minimal land use, and ability to thrive in diverse water conditions.</a:t>
            </a:r>
          </a:p>
          <a:p>
            <a:pPr algn="just"/>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a submerged freshwater plant, contains lipids that can be converted into biofuel. However, efficient extraction of these lipids is essential to make the process viable for large-scale energy production. This study explores the effectiveness of different ethanol–hexane solvent mixtures in extracting oil from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biomass. By identifying the optimal solvent composition, this research contributes to the development of sustainable biofuel technologies and supports broader efforts to transition toward environmentally responsible energy solutions.</a:t>
            </a:r>
          </a:p>
          <a:p>
            <a:pPr algn="just"/>
            <a:endParaRPr lang="en-US" dirty="0">
              <a:solidFill>
                <a:srgbClr val="1482A5"/>
              </a:solidFill>
              <a:latin typeface="Arial" panose="020B0604020202020204" pitchFamily="34" charset="0"/>
              <a:ea typeface="Open Sans" panose="020B0606030504020204" pitchFamily="34" charset="0"/>
              <a:cs typeface="Arial" panose="020B0604020202020204" pitchFamily="34" charset="0"/>
            </a:endParaRPr>
          </a:p>
        </p:txBody>
      </p:sp>
      <p:sp>
        <p:nvSpPr>
          <p:cNvPr id="63" name="TextBox 62">
            <a:extLst>
              <a:ext uri="{FF2B5EF4-FFF2-40B4-BE49-F238E27FC236}">
                <a16:creationId xmlns:a16="http://schemas.microsoft.com/office/drawing/2014/main" id="{92D5F59B-F8CA-463C-871F-D1042309DE00}"/>
              </a:ext>
            </a:extLst>
          </p:cNvPr>
          <p:cNvSpPr txBox="1"/>
          <p:nvPr/>
        </p:nvSpPr>
        <p:spPr>
          <a:xfrm>
            <a:off x="914400" y="18739137"/>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Introduction</a:t>
            </a:r>
          </a:p>
        </p:txBody>
      </p:sp>
      <p:sp>
        <p:nvSpPr>
          <p:cNvPr id="64" name="TextBox 63">
            <a:extLst>
              <a:ext uri="{FF2B5EF4-FFF2-40B4-BE49-F238E27FC236}">
                <a16:creationId xmlns:a16="http://schemas.microsoft.com/office/drawing/2014/main" id="{499918C8-D8D3-4947-B7FD-9341EAE5F7F2}"/>
              </a:ext>
            </a:extLst>
          </p:cNvPr>
          <p:cNvSpPr txBox="1"/>
          <p:nvPr/>
        </p:nvSpPr>
        <p:spPr>
          <a:xfrm>
            <a:off x="11734800" y="8745112"/>
            <a:ext cx="9601200" cy="4154984"/>
          </a:xfrm>
          <a:prstGeom prst="rect">
            <a:avLst/>
          </a:prstGeom>
          <a:noFill/>
        </p:spPr>
        <p:txBody>
          <a:bodyPr wrap="square" rtlCol="0">
            <a:spAutoFit/>
          </a:bodyPr>
          <a:lstStyle>
            <a:defPPr>
              <a:defRPr kern="1200"/>
            </a:defPPr>
          </a:lstStyle>
          <a:p>
            <a:pPr algn="just"/>
            <a:r>
              <a:rPr lang="en-US" dirty="0">
                <a:latin typeface="Arial" panose="020B0604020202020204" pitchFamily="34" charset="0"/>
                <a:cs typeface="Arial" panose="020B0604020202020204" pitchFamily="34" charset="0"/>
              </a:rPr>
              <a:t>Fresh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specimens were thoroughly washed and finely chopped to prepare the biomass for lipid extraction. A Soxhlet extractor was employed to isolate lipids using four solvent systems: 20% ethanol/80% hexane, 70% ethanol/30% hexane, 50% ethanol/50% hexane, and 80% ethanol alone. Each solvent mixture was heated and continuously cycled through the biomass over multiple extraction cycles to maximize lipid recovery. Following extraction, rotary evaporation was used to separate and quantify the extracted oil. The efficiency of each solvent system was evaluated based on the total lipid yield obtained from the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samples.</a:t>
            </a:r>
          </a:p>
          <a:p>
            <a:pPr marL="342900" indent="-342900" algn="just">
              <a:buFont typeface="Wingdings" panose="05000000000000000000" pitchFamily="2" charset="2"/>
              <a:buChar char="ü"/>
            </a:pPr>
            <a:endParaRPr lang="en-US" dirty="0">
              <a:solidFill>
                <a:srgbClr val="1482A5"/>
              </a:solidFill>
              <a:latin typeface="Arial" panose="020B0604020202020204" pitchFamily="34" charset="0"/>
              <a:ea typeface="Open Sans" panose="020B0606030504020204" pitchFamily="34" charset="0"/>
              <a:cs typeface="Arial" panose="020B0604020202020204" pitchFamily="34" charset="0"/>
            </a:endParaRPr>
          </a:p>
        </p:txBody>
      </p:sp>
      <p:sp>
        <p:nvSpPr>
          <p:cNvPr id="65" name="TextBox 64">
            <a:extLst>
              <a:ext uri="{FF2B5EF4-FFF2-40B4-BE49-F238E27FC236}">
                <a16:creationId xmlns:a16="http://schemas.microsoft.com/office/drawing/2014/main" id="{68744D3E-CEF9-4748-9719-25AAABF27BDD}"/>
              </a:ext>
            </a:extLst>
          </p:cNvPr>
          <p:cNvSpPr txBox="1"/>
          <p:nvPr/>
        </p:nvSpPr>
        <p:spPr>
          <a:xfrm>
            <a:off x="11734800" y="8077200"/>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Methodology</a:t>
            </a:r>
          </a:p>
        </p:txBody>
      </p:sp>
      <p:sp>
        <p:nvSpPr>
          <p:cNvPr id="66" name="TextBox 65">
            <a:extLst>
              <a:ext uri="{FF2B5EF4-FFF2-40B4-BE49-F238E27FC236}">
                <a16:creationId xmlns:a16="http://schemas.microsoft.com/office/drawing/2014/main" id="{223EAA92-7B93-4F15-A4CA-18552CBA76AE}"/>
              </a:ext>
            </a:extLst>
          </p:cNvPr>
          <p:cNvSpPr txBox="1"/>
          <p:nvPr/>
        </p:nvSpPr>
        <p:spPr>
          <a:xfrm>
            <a:off x="11734800" y="17660513"/>
            <a:ext cx="9601200" cy="4893647"/>
          </a:xfrm>
          <a:prstGeom prst="rect">
            <a:avLst/>
          </a:prstGeom>
          <a:noFill/>
        </p:spPr>
        <p:txBody>
          <a:bodyPr wrap="square" rtlCol="0">
            <a:spAutoFit/>
          </a:bodyPr>
          <a:lstStyle>
            <a:defPPr>
              <a:defRPr kern="1200"/>
            </a:defPPr>
          </a:lstStyle>
          <a:p>
            <a:pPr algn="just"/>
            <a:r>
              <a:rPr lang="en-US" dirty="0">
                <a:latin typeface="Arial" panose="020B0604020202020204" pitchFamily="34" charset="0"/>
                <a:cs typeface="Arial" panose="020B0604020202020204" pitchFamily="34" charset="0"/>
              </a:rPr>
              <a:t>The results demonstrated that combining ethanol and hexane was more effective for lipid extraction than using ethanol alone. The highest oil yield—</a:t>
            </a:r>
            <a:r>
              <a:rPr lang="en-US" b="1" dirty="0">
                <a:latin typeface="Arial" panose="020B0604020202020204" pitchFamily="34" charset="0"/>
                <a:cs typeface="Arial" panose="020B0604020202020204" pitchFamily="34" charset="0"/>
              </a:rPr>
              <a:t>94.3%</a:t>
            </a:r>
            <a:r>
              <a:rPr lang="en-US" dirty="0">
                <a:latin typeface="Arial" panose="020B0604020202020204" pitchFamily="34" charset="0"/>
                <a:cs typeface="Arial" panose="020B0604020202020204" pitchFamily="34" charset="0"/>
              </a:rPr>
              <a:t>—was obtained using a 50% ethanol and 50% hexane mixture. This indicates that a balanced solvent composition significantly enhances extraction efficiency. Although ethanol is a safer and more commonly used solvent, the addition of hexane improved lipid recovery from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These findings suggest that optimizing solvent mixtures is crucial for maximizing biofuel potential. Continued experimentation with solvent ratios is recommended to further improve extraction protocols and support the development of clean energy technologies.</a:t>
            </a:r>
          </a:p>
          <a:p>
            <a:br>
              <a:rPr lang="en-US" dirty="0">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
        <p:nvSpPr>
          <p:cNvPr id="67" name="TextBox 66">
            <a:extLst>
              <a:ext uri="{FF2B5EF4-FFF2-40B4-BE49-F238E27FC236}">
                <a16:creationId xmlns:a16="http://schemas.microsoft.com/office/drawing/2014/main" id="{716F17B6-B5C7-4922-B9E2-CD14BD16A568}"/>
              </a:ext>
            </a:extLst>
          </p:cNvPr>
          <p:cNvSpPr txBox="1"/>
          <p:nvPr/>
        </p:nvSpPr>
        <p:spPr>
          <a:xfrm>
            <a:off x="11734800" y="16992600"/>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Results</a:t>
            </a:r>
          </a:p>
        </p:txBody>
      </p:sp>
      <p:sp>
        <p:nvSpPr>
          <p:cNvPr id="68" name="TextBox 67">
            <a:extLst>
              <a:ext uri="{FF2B5EF4-FFF2-40B4-BE49-F238E27FC236}">
                <a16:creationId xmlns:a16="http://schemas.microsoft.com/office/drawing/2014/main" id="{47F717BC-0897-4243-A282-98EF911708EA}"/>
              </a:ext>
            </a:extLst>
          </p:cNvPr>
          <p:cNvSpPr txBox="1"/>
          <p:nvPr/>
        </p:nvSpPr>
        <p:spPr>
          <a:xfrm>
            <a:off x="22530088" y="8651474"/>
            <a:ext cx="9601200" cy="3785652"/>
          </a:xfrm>
          <a:prstGeom prst="rect">
            <a:avLst/>
          </a:prstGeom>
          <a:noFill/>
        </p:spPr>
        <p:txBody>
          <a:bodyPr wrap="square" rtlCol="0">
            <a:spAutoFit/>
          </a:bodyPr>
          <a:lstStyle>
            <a:defPPr>
              <a:defRPr kern="1200"/>
            </a:defPPr>
          </a:lstStyle>
          <a:p>
            <a:pPr algn="just"/>
            <a:r>
              <a:rPr lang="en-US" dirty="0">
                <a:latin typeface="Arial" panose="020B0604020202020204" pitchFamily="34" charset="0"/>
                <a:cs typeface="Arial" panose="020B0604020202020204" pitchFamily="34" charset="0"/>
              </a:rPr>
              <a:t>This study shows that a 50:50 ethanol-hexane mixture significantly improves lipid extraction from </a:t>
            </a:r>
            <a:r>
              <a:rPr lang="en-US" i="1" dirty="0">
                <a:latin typeface="Arial" panose="020B0604020202020204" pitchFamily="34" charset="0"/>
                <a:cs typeface="Arial" panose="020B0604020202020204" pitchFamily="34" charset="0"/>
              </a:rPr>
              <a:t>Elodea</a:t>
            </a:r>
            <a:r>
              <a:rPr lang="en-US" dirty="0">
                <a:latin typeface="Arial" panose="020B0604020202020204" pitchFamily="34" charset="0"/>
                <a:cs typeface="Arial" panose="020B0604020202020204" pitchFamily="34" charset="0"/>
              </a:rPr>
              <a:t>, yielding 94.3% oil compared to ethanol alone. The enhanced efficiency is likely due to hexane’s non-polar properties complementing ethanol’s polarity, allowing better lipid solubility. While ethanol is safer and more sustainable, combining it with hexane offers a practical balance for biofuel production. These results highlight the importance of optimizing solvent mixtures to improve extraction protocols. Future research should explore other ratios and plant sources to refine this approach for clean energy development.</a:t>
            </a:r>
            <a:endParaRPr lang="en-US" b="0" i="0" dirty="0">
              <a:effectLst/>
              <a:latin typeface="Arial" panose="020B0604020202020204" pitchFamily="34" charset="0"/>
              <a:cs typeface="Arial" panose="020B0604020202020204" pitchFamily="34" charset="0"/>
            </a:endParaRPr>
          </a:p>
        </p:txBody>
      </p:sp>
      <p:sp>
        <p:nvSpPr>
          <p:cNvPr id="69" name="TextBox 68">
            <a:extLst>
              <a:ext uri="{FF2B5EF4-FFF2-40B4-BE49-F238E27FC236}">
                <a16:creationId xmlns:a16="http://schemas.microsoft.com/office/drawing/2014/main" id="{27A0BB3C-427E-42CA-963C-DA612C8F2B9C}"/>
              </a:ext>
            </a:extLst>
          </p:cNvPr>
          <p:cNvSpPr txBox="1"/>
          <p:nvPr/>
        </p:nvSpPr>
        <p:spPr>
          <a:xfrm>
            <a:off x="22555200" y="8077201"/>
            <a:ext cx="9601200" cy="646331"/>
          </a:xfrm>
          <a:prstGeom prst="rect">
            <a:avLst/>
          </a:prstGeom>
          <a:noFill/>
        </p:spPr>
        <p:txBody>
          <a:bodyPr wrap="square" rtlCol="0">
            <a:spAutoFit/>
          </a:bodyPr>
          <a:lstStyle>
            <a:defPPr>
              <a:defRPr kern="1200"/>
            </a:defPPr>
          </a:lstStyle>
          <a:p>
            <a:r>
              <a:rPr lang="en-US" sz="3600" b="1" dirty="0">
                <a:solidFill>
                  <a:srgbClr val="235078"/>
                </a:solidFill>
                <a:latin typeface="Arial" panose="020B0604020202020204" pitchFamily="34" charset="0"/>
                <a:cs typeface="Arial" panose="020B0604020202020204" pitchFamily="34" charset="0"/>
              </a:rPr>
              <a:t>Discussion</a:t>
            </a:r>
          </a:p>
        </p:txBody>
      </p:sp>
      <p:sp>
        <p:nvSpPr>
          <p:cNvPr id="2" name="TextBox 1">
            <a:extLst>
              <a:ext uri="{FF2B5EF4-FFF2-40B4-BE49-F238E27FC236}">
                <a16:creationId xmlns:a16="http://schemas.microsoft.com/office/drawing/2014/main" id="{4D080692-4055-4D82-BA8D-9FC1214DA23E}"/>
              </a:ext>
            </a:extLst>
          </p:cNvPr>
          <p:cNvSpPr txBox="1"/>
          <p:nvPr/>
        </p:nvSpPr>
        <p:spPr>
          <a:xfrm>
            <a:off x="12376005" y="29701381"/>
            <a:ext cx="8143875" cy="646331"/>
          </a:xfrm>
          <a:prstGeom prst="rect">
            <a:avLst/>
          </a:prstGeom>
          <a:noFill/>
        </p:spPr>
        <p:txBody>
          <a:bodyPr wrap="square" rtlCol="0">
            <a:spAutoFit/>
          </a:bodyPr>
          <a:lstStyle/>
          <a:p>
            <a:pPr algn="ctr"/>
            <a:r>
              <a:rPr lang="en-US" sz="1800" dirty="0">
                <a:latin typeface="Arial" panose="020B0604020202020204" pitchFamily="34" charset="0"/>
                <a:cs typeface="Arial" panose="020B0604020202020204" pitchFamily="34" charset="0"/>
              </a:rPr>
              <a:t>Photo of the extracted oil within solvent after </a:t>
            </a:r>
            <a:r>
              <a:rPr lang="en-US" sz="1800" dirty="0" err="1">
                <a:latin typeface="Arial" panose="020B0604020202020204" pitchFamily="34" charset="0"/>
                <a:cs typeface="Arial" panose="020B0604020202020204" pitchFamily="34" charset="0"/>
              </a:rPr>
              <a:t>soxhlet</a:t>
            </a:r>
            <a:r>
              <a:rPr lang="en-US" sz="1800" dirty="0">
                <a:latin typeface="Arial" panose="020B0604020202020204" pitchFamily="34" charset="0"/>
                <a:cs typeface="Arial" panose="020B0604020202020204" pitchFamily="34" charset="0"/>
              </a:rPr>
              <a:t> process​</a:t>
            </a:r>
          </a:p>
          <a:p>
            <a:pPr algn="ctr"/>
            <a:endParaRPr lang="en-US" sz="1800" dirty="0">
              <a:latin typeface="Arial" panose="020B0604020202020204" pitchFamily="34" charset="0"/>
              <a:cs typeface="Arial" panose="020B0604020202020204" pitchFamily="34" charset="0"/>
            </a:endParaRPr>
          </a:p>
        </p:txBody>
      </p:sp>
      <p:pic>
        <p:nvPicPr>
          <p:cNvPr id="3" name="Picture 4" descr="Picture">
            <a:extLst>
              <a:ext uri="{FF2B5EF4-FFF2-40B4-BE49-F238E27FC236}">
                <a16:creationId xmlns:a16="http://schemas.microsoft.com/office/drawing/2014/main" id="{A3DBBB19-7378-C3D4-C226-0477108FF2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885718" y="23202033"/>
            <a:ext cx="5124450" cy="6086475"/>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Picture">
            <a:extLst>
              <a:ext uri="{FF2B5EF4-FFF2-40B4-BE49-F238E27FC236}">
                <a16:creationId xmlns:a16="http://schemas.microsoft.com/office/drawing/2014/main" id="{90168E11-90A0-7598-1017-B6B29C6F1C5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812500" y="13076692"/>
            <a:ext cx="6724650" cy="6086475"/>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22EC0DC-7160-C8D2-440A-E44157199C66}"/>
              </a:ext>
            </a:extLst>
          </p:cNvPr>
          <p:cNvSpPr txBox="1"/>
          <p:nvPr/>
        </p:nvSpPr>
        <p:spPr>
          <a:xfrm>
            <a:off x="24688800" y="19623337"/>
            <a:ext cx="6724650" cy="369332"/>
          </a:xfrm>
          <a:prstGeom prst="rect">
            <a:avLst/>
          </a:prstGeom>
          <a:noFill/>
        </p:spPr>
        <p:txBody>
          <a:bodyPr wrap="square" rtlCol="0">
            <a:spAutoFit/>
          </a:bodyPr>
          <a:lstStyle/>
          <a:p>
            <a:r>
              <a:rPr lang="en-US" sz="1800" dirty="0">
                <a:latin typeface="Arial" panose="020B0604020202020204" pitchFamily="34" charset="0"/>
                <a:cs typeface="Arial" panose="020B0604020202020204" pitchFamily="34" charset="0"/>
              </a:rPr>
              <a:t>Photo of the extracted oil after rotary evaporation​</a:t>
            </a:r>
            <a:endParaRPr lang="en-US" sz="1800" b="0" i="0" dirty="0">
              <a:effectLst/>
              <a:latin typeface="Arial" panose="020B0604020202020204" pitchFamily="34" charset="0"/>
              <a:cs typeface="Arial" panose="020B0604020202020204" pitchFamily="34" charset="0"/>
            </a:endParaRPr>
          </a:p>
        </p:txBody>
      </p:sp>
      <p:pic>
        <p:nvPicPr>
          <p:cNvPr id="1036" name="Picture 12" descr="Picture">
            <a:extLst>
              <a:ext uri="{FF2B5EF4-FFF2-40B4-BE49-F238E27FC236}">
                <a16:creationId xmlns:a16="http://schemas.microsoft.com/office/drawing/2014/main" id="{4A56B508-A43B-5976-16B7-53BF1230EFE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291963" y="22654585"/>
            <a:ext cx="10077450" cy="608647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3326A5D-7802-1B1E-1B60-EB54723E7C0C}"/>
              </a:ext>
            </a:extLst>
          </p:cNvPr>
          <p:cNvSpPr txBox="1"/>
          <p:nvPr/>
        </p:nvSpPr>
        <p:spPr>
          <a:xfrm>
            <a:off x="24941212" y="28831899"/>
            <a:ext cx="4829175" cy="369332"/>
          </a:xfrm>
          <a:prstGeom prst="rect">
            <a:avLst/>
          </a:prstGeom>
          <a:noFill/>
        </p:spPr>
        <p:txBody>
          <a:bodyPr wrap="square" rtlCol="0">
            <a:spAutoFit/>
          </a:bodyPr>
          <a:lstStyle/>
          <a:p>
            <a:pPr algn="ctr"/>
            <a:r>
              <a:rPr lang="en-US" sz="1800" dirty="0">
                <a:latin typeface="Arial" panose="020B0604020202020204" pitchFamily="34" charset="0"/>
                <a:cs typeface="Arial" panose="020B0604020202020204" pitchFamily="34" charset="0"/>
              </a:rPr>
              <a:t>Lipid Yield by Solvent​</a:t>
            </a:r>
            <a:endParaRPr lang="en-US" sz="1800" b="0" i="0" dirty="0">
              <a:effectLst/>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A0454640-239B-1DF5-6C36-6FC8B4A8F2EB}"/>
              </a:ext>
            </a:extLst>
          </p:cNvPr>
          <p:cNvSpPr txBox="1"/>
          <p:nvPr/>
        </p:nvSpPr>
        <p:spPr>
          <a:xfrm>
            <a:off x="21488400" y="17213580"/>
            <a:ext cx="914400" cy="914400"/>
          </a:xfrm>
          <a:prstGeom prst="rect">
            <a:avLst/>
          </a:prstGeom>
          <a:noFill/>
        </p:spPr>
        <p:txBody>
          <a:bodyPr wrap="square" rtlCol="0">
            <a:spAutoFit/>
          </a:bodyPr>
          <a:lstStyle/>
          <a:p>
            <a:endParaRPr lang="en-US" dirty="0"/>
          </a:p>
        </p:txBody>
      </p:sp>
      <p:sp>
        <p:nvSpPr>
          <p:cNvPr id="8" name="TextBox 7">
            <a:extLst>
              <a:ext uri="{FF2B5EF4-FFF2-40B4-BE49-F238E27FC236}">
                <a16:creationId xmlns:a16="http://schemas.microsoft.com/office/drawing/2014/main" id="{643FEB1A-A9FE-36E5-7ABE-037EEF1723BA}"/>
              </a:ext>
            </a:extLst>
          </p:cNvPr>
          <p:cNvSpPr txBox="1"/>
          <p:nvPr/>
        </p:nvSpPr>
        <p:spPr>
          <a:xfrm>
            <a:off x="23842980" y="19163166"/>
            <a:ext cx="6724650" cy="369332"/>
          </a:xfrm>
          <a:prstGeom prst="rect">
            <a:avLst/>
          </a:prstGeom>
          <a:noFill/>
        </p:spPr>
        <p:txBody>
          <a:bodyPr wrap="square" rtlCol="0">
            <a:spAutoFit/>
          </a:bodyPr>
          <a:lstStyle/>
          <a:p>
            <a:pPr algn="ctr"/>
            <a:r>
              <a:rPr lang="en-US" sz="1800" dirty="0">
                <a:latin typeface="Arial" panose="020B0604020202020204" pitchFamily="34" charset="0"/>
                <a:cs typeface="Arial" panose="020B0604020202020204" pitchFamily="34" charset="0"/>
              </a:rPr>
              <a:t>Image Credit: Shankia Neko Brooks </a:t>
            </a:r>
          </a:p>
        </p:txBody>
      </p:sp>
      <p:sp>
        <p:nvSpPr>
          <p:cNvPr id="9" name="TextBox 8">
            <a:extLst>
              <a:ext uri="{FF2B5EF4-FFF2-40B4-BE49-F238E27FC236}">
                <a16:creationId xmlns:a16="http://schemas.microsoft.com/office/drawing/2014/main" id="{5637657E-1F02-F41C-F168-30DCC5146882}"/>
              </a:ext>
            </a:extLst>
          </p:cNvPr>
          <p:cNvSpPr txBox="1"/>
          <p:nvPr/>
        </p:nvSpPr>
        <p:spPr>
          <a:xfrm>
            <a:off x="16840200" y="22209875"/>
            <a:ext cx="914400" cy="914400"/>
          </a:xfrm>
          <a:prstGeom prst="rect">
            <a:avLst/>
          </a:prstGeom>
          <a:noFill/>
        </p:spPr>
        <p:txBody>
          <a:bodyPr wrap="square" rtlCol="0">
            <a:spAutoFit/>
          </a:bodyPr>
          <a:lstStyle/>
          <a:p>
            <a:endParaRPr lang="en-US" dirty="0"/>
          </a:p>
        </p:txBody>
      </p:sp>
      <p:sp>
        <p:nvSpPr>
          <p:cNvPr id="10" name="TextBox 9">
            <a:extLst>
              <a:ext uri="{FF2B5EF4-FFF2-40B4-BE49-F238E27FC236}">
                <a16:creationId xmlns:a16="http://schemas.microsoft.com/office/drawing/2014/main" id="{4A81A164-0583-E123-A721-E6E60FB7D498}"/>
              </a:ext>
            </a:extLst>
          </p:cNvPr>
          <p:cNvSpPr txBox="1"/>
          <p:nvPr/>
        </p:nvSpPr>
        <p:spPr>
          <a:xfrm>
            <a:off x="21488400" y="17202150"/>
            <a:ext cx="914400" cy="914400"/>
          </a:xfrm>
          <a:prstGeom prst="rect">
            <a:avLst/>
          </a:prstGeom>
          <a:noFill/>
        </p:spPr>
        <p:txBody>
          <a:bodyPr wrap="square" rtlCol="0">
            <a:spAutoFit/>
          </a:bodyPr>
          <a:lstStyle/>
          <a:p>
            <a:endParaRPr lang="en-US" dirty="0"/>
          </a:p>
        </p:txBody>
      </p:sp>
      <p:sp>
        <p:nvSpPr>
          <p:cNvPr id="11" name="TextBox 10">
            <a:extLst>
              <a:ext uri="{FF2B5EF4-FFF2-40B4-BE49-F238E27FC236}">
                <a16:creationId xmlns:a16="http://schemas.microsoft.com/office/drawing/2014/main" id="{A1D624CB-6C30-6F6F-46C8-C306C2E3DF36}"/>
              </a:ext>
            </a:extLst>
          </p:cNvPr>
          <p:cNvSpPr txBox="1"/>
          <p:nvPr/>
        </p:nvSpPr>
        <p:spPr>
          <a:xfrm>
            <a:off x="21488400" y="17202150"/>
            <a:ext cx="914400" cy="914400"/>
          </a:xfrm>
          <a:prstGeom prst="rect">
            <a:avLst/>
          </a:prstGeom>
          <a:noFill/>
        </p:spPr>
        <p:txBody>
          <a:bodyPr wrap="square" rtlCol="0">
            <a:spAutoFit/>
          </a:bodyPr>
          <a:lstStyle/>
          <a:p>
            <a:endParaRPr lang="en-US" dirty="0"/>
          </a:p>
        </p:txBody>
      </p:sp>
      <p:sp>
        <p:nvSpPr>
          <p:cNvPr id="12" name="TextBox 11">
            <a:extLst>
              <a:ext uri="{FF2B5EF4-FFF2-40B4-BE49-F238E27FC236}">
                <a16:creationId xmlns:a16="http://schemas.microsoft.com/office/drawing/2014/main" id="{AC75CB86-749F-27BA-0C90-C7EA90702522}"/>
              </a:ext>
            </a:extLst>
          </p:cNvPr>
          <p:cNvSpPr txBox="1"/>
          <p:nvPr/>
        </p:nvSpPr>
        <p:spPr>
          <a:xfrm>
            <a:off x="13862858" y="29293356"/>
            <a:ext cx="5124450" cy="369332"/>
          </a:xfrm>
          <a:prstGeom prst="rect">
            <a:avLst/>
          </a:prstGeom>
          <a:noFill/>
        </p:spPr>
        <p:txBody>
          <a:bodyPr wrap="square" rtlCol="0">
            <a:spAutoFit/>
          </a:bodyPr>
          <a:lstStyle/>
          <a:p>
            <a:pPr algn="ctr"/>
            <a:r>
              <a:rPr lang="en-US" sz="1800" dirty="0">
                <a:latin typeface="Arial" panose="020B0604020202020204" pitchFamily="34" charset="0"/>
                <a:cs typeface="Arial" panose="020B0604020202020204" pitchFamily="34" charset="0"/>
              </a:rPr>
              <a:t>Image Credit: Shankia Neko Brooks </a:t>
            </a:r>
          </a:p>
        </p:txBody>
      </p:sp>
      <p:pic>
        <p:nvPicPr>
          <p:cNvPr id="14" name="Picture 13" descr="A blue and white logo&#10;&#10;AI-generated content may be incorrect.">
            <a:extLst>
              <a:ext uri="{FF2B5EF4-FFF2-40B4-BE49-F238E27FC236}">
                <a16:creationId xmlns:a16="http://schemas.microsoft.com/office/drawing/2014/main" id="{FDD70405-B2DD-4DC3-B49E-9856FFAD7C1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400" y="1381124"/>
            <a:ext cx="5943600" cy="5368740"/>
          </a:xfrm>
          <a:prstGeom prst="rect">
            <a:avLst/>
          </a:prstGeom>
        </p:spPr>
      </p:pic>
    </p:spTree>
  </p:cSld>
  <p:clrMapOvr>
    <a:masterClrMapping/>
  </p:clrMapOvr>
  <p:transition/>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persuadingsapphire|08-2022"/>
</p:tagLst>
</file>

<file path=ppt/theme/theme1.xml><?xml version="1.0" encoding="utf-8"?>
<a:theme xmlns:a="http://schemas.openxmlformats.org/drawingml/2006/main" name="Blank Presentation">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Blank Presentation">
      <a:majorFont>
        <a:latin typeface="Times New Roman"/>
        <a:ea typeface="Arial"/>
        <a:cs typeface="Arial"/>
      </a:majorFont>
      <a:minorFont>
        <a:latin typeface="Times New Roman"/>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3893</TotalTime>
  <Words>1074</Words>
  <Application>Microsoft Office PowerPoint</Application>
  <PresentationFormat>Custom</PresentationFormat>
  <Paragraphs>36</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Wingdings</vt:lpstr>
      <vt:lpstr>Times New Roman</vt:lpstr>
      <vt:lpstr>Blank Presentation</vt:lpstr>
      <vt:lpstr>PowerPoint Presentation</vt:lpstr>
    </vt:vector>
  </TitlesOfParts>
  <Company>Graphicsland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to make a scientific poster</dc:title>
  <dc:subject>Free Poster Presentation Example</dc:subject>
  <dc:creator>Graphicsland/MakeSigns.com</dc:creator>
  <cp:keywords>scientific, research, template, custom, poster, presentation, symposium, printing, PowerPoint, create, design, example, sample, download</cp:keywords>
  <dc:description>This is a free template from MakeSigns.com to help you create the perfect scientific poster.</dc:description>
  <cp:lastModifiedBy>Shankia.Brooks001</cp:lastModifiedBy>
  <cp:revision>306</cp:revision>
  <cp:lastPrinted>2006-11-15T16:04:57Z</cp:lastPrinted>
  <dcterms:modified xsi:type="dcterms:W3CDTF">2025-08-13T19:59:08Z</dcterms:modified>
  <cp:category>templates for scientific poster</cp:category>
</cp:coreProperties>
</file>